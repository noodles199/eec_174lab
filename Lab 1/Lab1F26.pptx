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 id="2147483679" r:id="rId5"/>
  </p:sldMasterIdLst>
  <p:notesMasterIdLst>
    <p:notesMasterId r:id="rId33"/>
  </p:notesMasterIdLst>
  <p:sldIdLst>
    <p:sldId id="341" r:id="rId6"/>
    <p:sldId id="371" r:id="rId7"/>
    <p:sldId id="384" r:id="rId8"/>
    <p:sldId id="375" r:id="rId9"/>
    <p:sldId id="372" r:id="rId10"/>
    <p:sldId id="373" r:id="rId11"/>
    <p:sldId id="374" r:id="rId12"/>
    <p:sldId id="377" r:id="rId13"/>
    <p:sldId id="378" r:id="rId14"/>
    <p:sldId id="382" r:id="rId15"/>
    <p:sldId id="383" r:id="rId16"/>
    <p:sldId id="379" r:id="rId17"/>
    <p:sldId id="376" r:id="rId18"/>
    <p:sldId id="380"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p:notesSz cx="6858000" cy="9144000"/>
  <p:embeddedFontLst>
    <p:embeddedFont>
      <p:font typeface="Consolas" panose="020B0609020204030204" pitchFamily="49"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61DBB7-0D0E-4CB9-985C-C5FBDCB71A2A}">
          <p14:sldIdLst>
            <p14:sldId id="341"/>
            <p14:sldId id="371"/>
            <p14:sldId id="384"/>
            <p14:sldId id="375"/>
            <p14:sldId id="372"/>
            <p14:sldId id="373"/>
            <p14:sldId id="374"/>
            <p14:sldId id="377"/>
            <p14:sldId id="378"/>
            <p14:sldId id="382"/>
            <p14:sldId id="383"/>
            <p14:sldId id="379"/>
            <p14:sldId id="376"/>
            <p14:sldId id="380"/>
            <p14:sldId id="269"/>
            <p14:sldId id="270"/>
            <p14:sldId id="271"/>
            <p14:sldId id="272"/>
            <p14:sldId id="273"/>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445857-2109-AC2C-97D8-EC404A39D98D}" name="Randall L Fowler" initials="RF" userId="S::rlfowler@ucdavis.edu::a72b982d-69cd-4db4-a748-b89ebc78a5d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2859"/>
    <a:srgbClr val="FF8047"/>
    <a:srgbClr val="0563C1"/>
    <a:srgbClr val="AEAAAA"/>
    <a:srgbClr val="9F9C9C"/>
    <a:srgbClr val="062958"/>
    <a:srgbClr val="B2892A"/>
    <a:srgbClr val="FF0000"/>
    <a:srgbClr val="FFC000"/>
    <a:srgbClr val="8262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782BD4-090F-44EB-8AAC-C4C0DF74EBC2}" v="13" dt="2026-09-24T19:54:20.4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16" autoAdjust="0"/>
    <p:restoredTop sz="74092" autoAdjust="0"/>
  </p:normalViewPr>
  <p:slideViewPr>
    <p:cSldViewPr snapToGrid="0" snapToObjects="1">
      <p:cViewPr varScale="1">
        <p:scale>
          <a:sx n="82" d="100"/>
          <a:sy n="82" d="100"/>
        </p:scale>
        <p:origin x="1320"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font" Target="fonts/font1.fntdata"/><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3.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2.fntdata"/><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dall L Fowler" userId="a72b982d-69cd-4db4-a748-b89ebc78a5d5" providerId="ADAL" clId="{E1B1D488-D5FA-4448-BE36-F8F38EBBDAF8}"/>
    <pc:docChg chg="undo redo custSel addSld modSld sldOrd modSection">
      <pc:chgData name="Randall L Fowler" userId="a72b982d-69cd-4db4-a748-b89ebc78a5d5" providerId="ADAL" clId="{E1B1D488-D5FA-4448-BE36-F8F38EBBDAF8}" dt="2026-09-24T19:58:37.555" v="2015" actId="20577"/>
      <pc:docMkLst>
        <pc:docMk/>
      </pc:docMkLst>
      <pc:sldChg chg="addSp delSp modSp add mod">
        <pc:chgData name="Randall L Fowler" userId="a72b982d-69cd-4db4-a748-b89ebc78a5d5" providerId="ADAL" clId="{E1B1D488-D5FA-4448-BE36-F8F38EBBDAF8}" dt="2026-09-24T19:33:25.591" v="999" actId="14100"/>
        <pc:sldMkLst>
          <pc:docMk/>
          <pc:sldMk cId="0" sldId="269"/>
        </pc:sldMkLst>
        <pc:spChg chg="add mod">
          <ac:chgData name="Randall L Fowler" userId="a72b982d-69cd-4db4-a748-b89ebc78a5d5" providerId="ADAL" clId="{E1B1D488-D5FA-4448-BE36-F8F38EBBDAF8}" dt="2026-09-22T18:51:01.892" v="201" actId="1076"/>
          <ac:spMkLst>
            <pc:docMk/>
            <pc:sldMk cId="0" sldId="269"/>
            <ac:spMk id="3" creationId="{5FC81387-E313-D15E-3FC6-949EE42204DC}"/>
          </ac:spMkLst>
        </pc:spChg>
        <pc:spChg chg="add mod">
          <ac:chgData name="Randall L Fowler" userId="a72b982d-69cd-4db4-a748-b89ebc78a5d5" providerId="ADAL" clId="{E1B1D488-D5FA-4448-BE36-F8F38EBBDAF8}" dt="2026-09-22T18:54:25.008" v="241" actId="1076"/>
          <ac:spMkLst>
            <pc:docMk/>
            <pc:sldMk cId="0" sldId="269"/>
            <ac:spMk id="16" creationId="{422C1CCF-FBA1-7EAE-65A5-C0E5A0A2616A}"/>
          </ac:spMkLst>
        </pc:spChg>
        <pc:spChg chg="add mod">
          <ac:chgData name="Randall L Fowler" userId="a72b982d-69cd-4db4-a748-b89ebc78a5d5" providerId="ADAL" clId="{E1B1D488-D5FA-4448-BE36-F8F38EBBDAF8}" dt="2026-09-22T18:54:42.611" v="251" actId="1076"/>
          <ac:spMkLst>
            <pc:docMk/>
            <pc:sldMk cId="0" sldId="269"/>
            <ac:spMk id="19" creationId="{D4DA3269-CE25-764A-F6B0-F87F804FE72C}"/>
          </ac:spMkLst>
        </pc:spChg>
        <pc:spChg chg="add mod">
          <ac:chgData name="Randall L Fowler" userId="a72b982d-69cd-4db4-a748-b89ebc78a5d5" providerId="ADAL" clId="{E1B1D488-D5FA-4448-BE36-F8F38EBBDAF8}" dt="2026-09-24T19:31:44.890" v="955" actId="1076"/>
          <ac:spMkLst>
            <pc:docMk/>
            <pc:sldMk cId="0" sldId="269"/>
            <ac:spMk id="21" creationId="{1D2DB04C-6AF4-E3B2-F552-F8E7AA69283F}"/>
          </ac:spMkLst>
        </pc:spChg>
        <pc:spChg chg="add mod">
          <ac:chgData name="Randall L Fowler" userId="a72b982d-69cd-4db4-a748-b89ebc78a5d5" providerId="ADAL" clId="{E1B1D488-D5FA-4448-BE36-F8F38EBBDAF8}" dt="2026-09-24T19:31:35.108" v="954" actId="1076"/>
          <ac:spMkLst>
            <pc:docMk/>
            <pc:sldMk cId="0" sldId="269"/>
            <ac:spMk id="23" creationId="{B4EEA83A-4E0A-89B6-9855-F8068E14FEED}"/>
          </ac:spMkLst>
        </pc:spChg>
        <pc:spChg chg="add mod ord">
          <ac:chgData name="Randall L Fowler" userId="a72b982d-69cd-4db4-a748-b89ebc78a5d5" providerId="ADAL" clId="{E1B1D488-D5FA-4448-BE36-F8F38EBBDAF8}" dt="2026-09-24T19:32:35.741" v="962" actId="14100"/>
          <ac:spMkLst>
            <pc:docMk/>
            <pc:sldMk cId="0" sldId="269"/>
            <ac:spMk id="24" creationId="{849927A2-5776-DA3F-37C3-1E6543774445}"/>
          </ac:spMkLst>
        </pc:spChg>
        <pc:spChg chg="add mod">
          <ac:chgData name="Randall L Fowler" userId="a72b982d-69cd-4db4-a748-b89ebc78a5d5" providerId="ADAL" clId="{E1B1D488-D5FA-4448-BE36-F8F38EBBDAF8}" dt="2026-09-24T19:33:25.591" v="999" actId="14100"/>
          <ac:spMkLst>
            <pc:docMk/>
            <pc:sldMk cId="0" sldId="269"/>
            <ac:spMk id="26" creationId="{2B7D1B26-05CB-C5B2-86D5-54C5C5677DDD}"/>
          </ac:spMkLst>
        </pc:spChg>
        <pc:picChg chg="mod">
          <ac:chgData name="Randall L Fowler" userId="a72b982d-69cd-4db4-a748-b89ebc78a5d5" providerId="ADAL" clId="{E1B1D488-D5FA-4448-BE36-F8F38EBBDAF8}" dt="2026-09-24T19:31:29.875" v="952" actId="1076"/>
          <ac:picMkLst>
            <pc:docMk/>
            <pc:sldMk cId="0" sldId="269"/>
            <ac:picMk id="155" creationId="{00000000-0000-0000-0000-000000000000}"/>
          </ac:picMkLst>
        </pc:picChg>
        <pc:cxnChg chg="add mod">
          <ac:chgData name="Randall L Fowler" userId="a72b982d-69cd-4db4-a748-b89ebc78a5d5" providerId="ADAL" clId="{E1B1D488-D5FA-4448-BE36-F8F38EBBDAF8}" dt="2026-09-22T18:52:31.072" v="223" actId="14100"/>
          <ac:cxnSpMkLst>
            <pc:docMk/>
            <pc:sldMk cId="0" sldId="269"/>
            <ac:cxnSpMk id="5" creationId="{60FC1EA8-3B81-2B51-0AF4-5A19E883C6C4}"/>
          </ac:cxnSpMkLst>
        </pc:cxnChg>
        <pc:cxnChg chg="add mod">
          <ac:chgData name="Randall L Fowler" userId="a72b982d-69cd-4db4-a748-b89ebc78a5d5" providerId="ADAL" clId="{E1B1D488-D5FA-4448-BE36-F8F38EBBDAF8}" dt="2026-09-22T18:54:20.345" v="240" actId="208"/>
          <ac:cxnSpMkLst>
            <pc:docMk/>
            <pc:sldMk cId="0" sldId="269"/>
            <ac:cxnSpMk id="9" creationId="{1992FB7F-F0B5-2DC0-5411-B4FB8BA74E78}"/>
          </ac:cxnSpMkLst>
        </pc:cxnChg>
        <pc:cxnChg chg="add mod">
          <ac:chgData name="Randall L Fowler" userId="a72b982d-69cd-4db4-a748-b89ebc78a5d5" providerId="ADAL" clId="{E1B1D488-D5FA-4448-BE36-F8F38EBBDAF8}" dt="2026-09-22T18:52:15.646" v="217" actId="14100"/>
          <ac:cxnSpMkLst>
            <pc:docMk/>
            <pc:sldMk cId="0" sldId="269"/>
            <ac:cxnSpMk id="11" creationId="{47F4F8BF-0E22-6888-363F-C54869D90C70}"/>
          </ac:cxnSpMkLst>
        </pc:cxnChg>
      </pc:sldChg>
      <pc:sldChg chg="modSp add mod modNotesTx">
        <pc:chgData name="Randall L Fowler" userId="a72b982d-69cd-4db4-a748-b89ebc78a5d5" providerId="ADAL" clId="{E1B1D488-D5FA-4448-BE36-F8F38EBBDAF8}" dt="2026-09-24T19:42:44.714" v="1301" actId="20577"/>
        <pc:sldMkLst>
          <pc:docMk/>
          <pc:sldMk cId="0" sldId="270"/>
        </pc:sldMkLst>
        <pc:spChg chg="mod">
          <ac:chgData name="Randall L Fowler" userId="a72b982d-69cd-4db4-a748-b89ebc78a5d5" providerId="ADAL" clId="{E1B1D488-D5FA-4448-BE36-F8F38EBBDAF8}" dt="2026-09-24T19:40:52.946" v="1080" actId="20577"/>
          <ac:spMkLst>
            <pc:docMk/>
            <pc:sldMk cId="0" sldId="270"/>
            <ac:spMk id="161" creationId="{00000000-0000-0000-0000-000000000000}"/>
          </ac:spMkLst>
        </pc:spChg>
      </pc:sldChg>
      <pc:sldChg chg="modSp add mod">
        <pc:chgData name="Randall L Fowler" userId="a72b982d-69cd-4db4-a748-b89ebc78a5d5" providerId="ADAL" clId="{E1B1D488-D5FA-4448-BE36-F8F38EBBDAF8}" dt="2026-09-24T19:43:35.826" v="1307" actId="20577"/>
        <pc:sldMkLst>
          <pc:docMk/>
          <pc:sldMk cId="0" sldId="271"/>
        </pc:sldMkLst>
        <pc:spChg chg="mod">
          <ac:chgData name="Randall L Fowler" userId="a72b982d-69cd-4db4-a748-b89ebc78a5d5" providerId="ADAL" clId="{E1B1D488-D5FA-4448-BE36-F8F38EBBDAF8}" dt="2026-09-24T19:43:35.826" v="1307" actId="20577"/>
          <ac:spMkLst>
            <pc:docMk/>
            <pc:sldMk cId="0" sldId="271"/>
            <ac:spMk id="168" creationId="{00000000-0000-0000-0000-000000000000}"/>
          </ac:spMkLst>
        </pc:spChg>
      </pc:sldChg>
      <pc:sldChg chg="modSp add mod">
        <pc:chgData name="Randall L Fowler" userId="a72b982d-69cd-4db4-a748-b89ebc78a5d5" providerId="ADAL" clId="{E1B1D488-D5FA-4448-BE36-F8F38EBBDAF8}" dt="2026-09-24T19:45:59.617" v="1339" actId="1076"/>
        <pc:sldMkLst>
          <pc:docMk/>
          <pc:sldMk cId="0" sldId="272"/>
        </pc:sldMkLst>
        <pc:spChg chg="mod">
          <ac:chgData name="Randall L Fowler" userId="a72b982d-69cd-4db4-a748-b89ebc78a5d5" providerId="ADAL" clId="{E1B1D488-D5FA-4448-BE36-F8F38EBBDAF8}" dt="2026-09-24T19:45:50.224" v="1338" actId="27636"/>
          <ac:spMkLst>
            <pc:docMk/>
            <pc:sldMk cId="0" sldId="272"/>
            <ac:spMk id="175" creationId="{00000000-0000-0000-0000-000000000000}"/>
          </ac:spMkLst>
        </pc:spChg>
        <pc:picChg chg="mod">
          <ac:chgData name="Randall L Fowler" userId="a72b982d-69cd-4db4-a748-b89ebc78a5d5" providerId="ADAL" clId="{E1B1D488-D5FA-4448-BE36-F8F38EBBDAF8}" dt="2026-09-24T19:45:59.617" v="1339" actId="1076"/>
          <ac:picMkLst>
            <pc:docMk/>
            <pc:sldMk cId="0" sldId="272"/>
            <ac:picMk id="176" creationId="{00000000-0000-0000-0000-000000000000}"/>
          </ac:picMkLst>
        </pc:picChg>
      </pc:sldChg>
      <pc:sldChg chg="addSp modSp add mod">
        <pc:chgData name="Randall L Fowler" userId="a72b982d-69cd-4db4-a748-b89ebc78a5d5" providerId="ADAL" clId="{E1B1D488-D5FA-4448-BE36-F8F38EBBDAF8}" dt="2026-09-22T17:00:18.433" v="159" actId="1076"/>
        <pc:sldMkLst>
          <pc:docMk/>
          <pc:sldMk cId="0" sldId="273"/>
        </pc:sldMkLst>
        <pc:spChg chg="mod">
          <ac:chgData name="Randall L Fowler" userId="a72b982d-69cd-4db4-a748-b89ebc78a5d5" providerId="ADAL" clId="{E1B1D488-D5FA-4448-BE36-F8F38EBBDAF8}" dt="2026-09-22T16:59:59.117" v="153" actId="27636"/>
          <ac:spMkLst>
            <pc:docMk/>
            <pc:sldMk cId="0" sldId="273"/>
            <ac:spMk id="182" creationId="{00000000-0000-0000-0000-000000000000}"/>
          </ac:spMkLst>
        </pc:spChg>
        <pc:picChg chg="add mod">
          <ac:chgData name="Randall L Fowler" userId="a72b982d-69cd-4db4-a748-b89ebc78a5d5" providerId="ADAL" clId="{E1B1D488-D5FA-4448-BE36-F8F38EBBDAF8}" dt="2026-09-22T17:00:18.433" v="159" actId="1076"/>
          <ac:picMkLst>
            <pc:docMk/>
            <pc:sldMk cId="0" sldId="273"/>
            <ac:picMk id="3" creationId="{6CAE5287-8E45-5B4C-BE25-E0DA7E8D8AA2}"/>
          </ac:picMkLst>
        </pc:picChg>
        <pc:picChg chg="mod">
          <ac:chgData name="Randall L Fowler" userId="a72b982d-69cd-4db4-a748-b89ebc78a5d5" providerId="ADAL" clId="{E1B1D488-D5FA-4448-BE36-F8F38EBBDAF8}" dt="2026-09-22T17:00:13.608" v="157" actId="1076"/>
          <ac:picMkLst>
            <pc:docMk/>
            <pc:sldMk cId="0" sldId="273"/>
            <ac:picMk id="183" creationId="{00000000-0000-0000-0000-000000000000}"/>
          </ac:picMkLst>
        </pc:picChg>
      </pc:sldChg>
      <pc:sldChg chg="delSp modSp add mod modNotesTx">
        <pc:chgData name="Randall L Fowler" userId="a72b982d-69cd-4db4-a748-b89ebc78a5d5" providerId="ADAL" clId="{E1B1D488-D5FA-4448-BE36-F8F38EBBDAF8}" dt="2026-09-24T19:51:39.030" v="1602" actId="20577"/>
        <pc:sldMkLst>
          <pc:docMk/>
          <pc:sldMk cId="0" sldId="274"/>
        </pc:sldMkLst>
        <pc:spChg chg="mod">
          <ac:chgData name="Randall L Fowler" userId="a72b982d-69cd-4db4-a748-b89ebc78a5d5" providerId="ADAL" clId="{E1B1D488-D5FA-4448-BE36-F8F38EBBDAF8}" dt="2026-09-24T19:50:44.969" v="1387" actId="20577"/>
          <ac:spMkLst>
            <pc:docMk/>
            <pc:sldMk cId="0" sldId="274"/>
            <ac:spMk id="189" creationId="{00000000-0000-0000-0000-000000000000}"/>
          </ac:spMkLst>
        </pc:spChg>
        <pc:spChg chg="del">
          <ac:chgData name="Randall L Fowler" userId="a72b982d-69cd-4db4-a748-b89ebc78a5d5" providerId="ADAL" clId="{E1B1D488-D5FA-4448-BE36-F8F38EBBDAF8}" dt="2026-09-24T19:50:49.280" v="1389" actId="478"/>
          <ac:spMkLst>
            <pc:docMk/>
            <pc:sldMk cId="0" sldId="274"/>
            <ac:spMk id="190" creationId="{00000000-0000-0000-0000-000000000000}"/>
          </ac:spMkLst>
        </pc:spChg>
        <pc:spChg chg="del">
          <ac:chgData name="Randall L Fowler" userId="a72b982d-69cd-4db4-a748-b89ebc78a5d5" providerId="ADAL" clId="{E1B1D488-D5FA-4448-BE36-F8F38EBBDAF8}" dt="2026-09-24T19:50:47.675" v="1388" actId="478"/>
          <ac:spMkLst>
            <pc:docMk/>
            <pc:sldMk cId="0" sldId="274"/>
            <ac:spMk id="191" creationId="{00000000-0000-0000-0000-000000000000}"/>
          </ac:spMkLst>
        </pc:spChg>
      </pc:sldChg>
      <pc:sldChg chg="modSp add mod">
        <pc:chgData name="Randall L Fowler" userId="a72b982d-69cd-4db4-a748-b89ebc78a5d5" providerId="ADAL" clId="{E1B1D488-D5FA-4448-BE36-F8F38EBBDAF8}" dt="2026-09-24T19:54:54.055" v="1781" actId="20577"/>
        <pc:sldMkLst>
          <pc:docMk/>
          <pc:sldMk cId="0" sldId="275"/>
        </pc:sldMkLst>
        <pc:spChg chg="mod">
          <ac:chgData name="Randall L Fowler" userId="a72b982d-69cd-4db4-a748-b89ebc78a5d5" providerId="ADAL" clId="{E1B1D488-D5FA-4448-BE36-F8F38EBBDAF8}" dt="2026-09-24T19:54:54.055" v="1781" actId="20577"/>
          <ac:spMkLst>
            <pc:docMk/>
            <pc:sldMk cId="0" sldId="275"/>
            <ac:spMk id="197" creationId="{00000000-0000-0000-0000-000000000000}"/>
          </ac:spMkLst>
        </pc:spChg>
      </pc:sldChg>
      <pc:sldChg chg="add">
        <pc:chgData name="Randall L Fowler" userId="a72b982d-69cd-4db4-a748-b89ebc78a5d5" providerId="ADAL" clId="{E1B1D488-D5FA-4448-BE36-F8F38EBBDAF8}" dt="2026-09-15T22:33:37.692" v="73"/>
        <pc:sldMkLst>
          <pc:docMk/>
          <pc:sldMk cId="0" sldId="276"/>
        </pc:sldMkLst>
      </pc:sldChg>
      <pc:sldChg chg="add">
        <pc:chgData name="Randall L Fowler" userId="a72b982d-69cd-4db4-a748-b89ebc78a5d5" providerId="ADAL" clId="{E1B1D488-D5FA-4448-BE36-F8F38EBBDAF8}" dt="2026-09-15T22:33:37.692" v="73"/>
        <pc:sldMkLst>
          <pc:docMk/>
          <pc:sldMk cId="0" sldId="277"/>
        </pc:sldMkLst>
      </pc:sldChg>
      <pc:sldChg chg="add">
        <pc:chgData name="Randall L Fowler" userId="a72b982d-69cd-4db4-a748-b89ebc78a5d5" providerId="ADAL" clId="{E1B1D488-D5FA-4448-BE36-F8F38EBBDAF8}" dt="2026-09-15T22:33:37.692" v="73"/>
        <pc:sldMkLst>
          <pc:docMk/>
          <pc:sldMk cId="0" sldId="278"/>
        </pc:sldMkLst>
      </pc:sldChg>
      <pc:sldChg chg="modSp add mod">
        <pc:chgData name="Randall L Fowler" userId="a72b982d-69cd-4db4-a748-b89ebc78a5d5" providerId="ADAL" clId="{E1B1D488-D5FA-4448-BE36-F8F38EBBDAF8}" dt="2026-09-24T19:58:06.602" v="2003" actId="20577"/>
        <pc:sldMkLst>
          <pc:docMk/>
          <pc:sldMk cId="0" sldId="279"/>
        </pc:sldMkLst>
        <pc:spChg chg="mod">
          <ac:chgData name="Randall L Fowler" userId="a72b982d-69cd-4db4-a748-b89ebc78a5d5" providerId="ADAL" clId="{E1B1D488-D5FA-4448-BE36-F8F38EBBDAF8}" dt="2026-09-24T19:55:12.988" v="1787" actId="20577"/>
          <ac:spMkLst>
            <pc:docMk/>
            <pc:sldMk cId="0" sldId="279"/>
            <ac:spMk id="222" creationId="{00000000-0000-0000-0000-000000000000}"/>
          </ac:spMkLst>
        </pc:spChg>
        <pc:spChg chg="mod">
          <ac:chgData name="Randall L Fowler" userId="a72b982d-69cd-4db4-a748-b89ebc78a5d5" providerId="ADAL" clId="{E1B1D488-D5FA-4448-BE36-F8F38EBBDAF8}" dt="2026-09-24T19:58:06.602" v="2003" actId="20577"/>
          <ac:spMkLst>
            <pc:docMk/>
            <pc:sldMk cId="0" sldId="279"/>
            <ac:spMk id="223" creationId="{00000000-0000-0000-0000-000000000000}"/>
          </ac:spMkLst>
        </pc:spChg>
      </pc:sldChg>
      <pc:sldChg chg="modSp add mod">
        <pc:chgData name="Randall L Fowler" userId="a72b982d-69cd-4db4-a748-b89ebc78a5d5" providerId="ADAL" clId="{E1B1D488-D5FA-4448-BE36-F8F38EBBDAF8}" dt="2026-09-24T19:58:37.555" v="2015" actId="20577"/>
        <pc:sldMkLst>
          <pc:docMk/>
          <pc:sldMk cId="0" sldId="280"/>
        </pc:sldMkLst>
        <pc:spChg chg="mod">
          <ac:chgData name="Randall L Fowler" userId="a72b982d-69cd-4db4-a748-b89ebc78a5d5" providerId="ADAL" clId="{E1B1D488-D5FA-4448-BE36-F8F38EBBDAF8}" dt="2026-09-24T19:58:37.555" v="2015" actId="20577"/>
          <ac:spMkLst>
            <pc:docMk/>
            <pc:sldMk cId="0" sldId="280"/>
            <ac:spMk id="229" creationId="{00000000-0000-0000-0000-000000000000}"/>
          </ac:spMkLst>
        </pc:spChg>
      </pc:sldChg>
      <pc:sldChg chg="add">
        <pc:chgData name="Randall L Fowler" userId="a72b982d-69cd-4db4-a748-b89ebc78a5d5" providerId="ADAL" clId="{E1B1D488-D5FA-4448-BE36-F8F38EBBDAF8}" dt="2026-09-15T22:33:37.692" v="73"/>
        <pc:sldMkLst>
          <pc:docMk/>
          <pc:sldMk cId="0" sldId="281"/>
        </pc:sldMkLst>
      </pc:sldChg>
      <pc:sldChg chg="addSp delSp modSp">
        <pc:chgData name="Randall L Fowler" userId="a72b982d-69cd-4db4-a748-b89ebc78a5d5" providerId="ADAL" clId="{E1B1D488-D5FA-4448-BE36-F8F38EBBDAF8}" dt="2026-09-15T19:49:31.345" v="6"/>
        <pc:sldMkLst>
          <pc:docMk/>
          <pc:sldMk cId="4261225032" sldId="341"/>
        </pc:sldMkLst>
      </pc:sldChg>
      <pc:sldChg chg="addSp modSp add mod">
        <pc:chgData name="Randall L Fowler" userId="a72b982d-69cd-4db4-a748-b89ebc78a5d5" providerId="ADAL" clId="{E1B1D488-D5FA-4448-BE36-F8F38EBBDAF8}" dt="2026-09-24T18:47:18.661" v="847" actId="1076"/>
        <pc:sldMkLst>
          <pc:docMk/>
          <pc:sldMk cId="1314776637" sldId="371"/>
        </pc:sldMkLst>
        <pc:spChg chg="mod">
          <ac:chgData name="Randall L Fowler" userId="a72b982d-69cd-4db4-a748-b89ebc78a5d5" providerId="ADAL" clId="{E1B1D488-D5FA-4448-BE36-F8F38EBBDAF8}" dt="2026-09-24T18:32:58.637" v="281" actId="20577"/>
          <ac:spMkLst>
            <pc:docMk/>
            <pc:sldMk cId="1314776637" sldId="371"/>
            <ac:spMk id="12" creationId="{5FF31C88-B401-7EBF-3CD4-D5F991939FD8}"/>
          </ac:spMkLst>
        </pc:spChg>
        <pc:picChg chg="add mod">
          <ac:chgData name="Randall L Fowler" userId="a72b982d-69cd-4db4-a748-b89ebc78a5d5" providerId="ADAL" clId="{E1B1D488-D5FA-4448-BE36-F8F38EBBDAF8}" dt="2026-09-24T18:47:18.661" v="847" actId="1076"/>
          <ac:picMkLst>
            <pc:docMk/>
            <pc:sldMk cId="1314776637" sldId="371"/>
            <ac:picMk id="2" creationId="{31183164-D0D7-1505-DCCF-D52389375E0C}"/>
          </ac:picMkLst>
        </pc:picChg>
      </pc:sldChg>
      <pc:sldChg chg="modSp add mod">
        <pc:chgData name="Randall L Fowler" userId="a72b982d-69cd-4db4-a748-b89ebc78a5d5" providerId="ADAL" clId="{E1B1D488-D5FA-4448-BE36-F8F38EBBDAF8}" dt="2026-09-24T19:07:42.855" v="895" actId="1076"/>
        <pc:sldMkLst>
          <pc:docMk/>
          <pc:sldMk cId="897270575" sldId="372"/>
        </pc:sldMkLst>
        <pc:spChg chg="mod">
          <ac:chgData name="Randall L Fowler" userId="a72b982d-69cd-4db4-a748-b89ebc78a5d5" providerId="ADAL" clId="{E1B1D488-D5FA-4448-BE36-F8F38EBBDAF8}" dt="2026-09-24T19:07:36.467" v="893" actId="1076"/>
          <ac:spMkLst>
            <pc:docMk/>
            <pc:sldMk cId="897270575" sldId="372"/>
            <ac:spMk id="6" creationId="{0E9A9C48-547E-C627-0765-053C050D424F}"/>
          </ac:spMkLst>
        </pc:spChg>
        <pc:spChg chg="mod">
          <ac:chgData name="Randall L Fowler" userId="a72b982d-69cd-4db4-a748-b89ebc78a5d5" providerId="ADAL" clId="{E1B1D488-D5FA-4448-BE36-F8F38EBBDAF8}" dt="2026-09-24T19:07:39.655" v="894" actId="20577"/>
          <ac:spMkLst>
            <pc:docMk/>
            <pc:sldMk cId="897270575" sldId="372"/>
            <ac:spMk id="12" creationId="{63B80FAD-563B-6CE5-30BE-74868ACFC49B}"/>
          </ac:spMkLst>
        </pc:spChg>
        <pc:picChg chg="mod">
          <ac:chgData name="Randall L Fowler" userId="a72b982d-69cd-4db4-a748-b89ebc78a5d5" providerId="ADAL" clId="{E1B1D488-D5FA-4448-BE36-F8F38EBBDAF8}" dt="2026-09-24T19:07:42.855" v="895" actId="1076"/>
          <ac:picMkLst>
            <pc:docMk/>
            <pc:sldMk cId="897270575" sldId="372"/>
            <ac:picMk id="4" creationId="{B29AEF03-E07D-9A1E-9AB0-58253141252A}"/>
          </ac:picMkLst>
        </pc:picChg>
      </pc:sldChg>
      <pc:sldChg chg="addSp modSp add modAnim">
        <pc:chgData name="Randall L Fowler" userId="a72b982d-69cd-4db4-a748-b89ebc78a5d5" providerId="ADAL" clId="{E1B1D488-D5FA-4448-BE36-F8F38EBBDAF8}" dt="2026-09-15T20:47:09.090" v="21"/>
        <pc:sldMkLst>
          <pc:docMk/>
          <pc:sldMk cId="2150586708" sldId="373"/>
        </pc:sldMkLst>
        <pc:picChg chg="add mod">
          <ac:chgData name="Randall L Fowler" userId="a72b982d-69cd-4db4-a748-b89ebc78a5d5" providerId="ADAL" clId="{E1B1D488-D5FA-4448-BE36-F8F38EBBDAF8}" dt="2026-09-15T20:47:09.090" v="21"/>
          <ac:picMkLst>
            <pc:docMk/>
            <pc:sldMk cId="2150586708" sldId="373"/>
            <ac:picMk id="5" creationId="{A82FCBC2-573B-30D6-4950-647E4DA12148}"/>
          </ac:picMkLst>
        </pc:picChg>
      </pc:sldChg>
      <pc:sldChg chg="addSp modSp add mod">
        <pc:chgData name="Randall L Fowler" userId="a72b982d-69cd-4db4-a748-b89ebc78a5d5" providerId="ADAL" clId="{E1B1D488-D5FA-4448-BE36-F8F38EBBDAF8}" dt="2026-09-24T19:15:17.549" v="896" actId="20577"/>
        <pc:sldMkLst>
          <pc:docMk/>
          <pc:sldMk cId="421983923" sldId="374"/>
        </pc:sldMkLst>
        <pc:spChg chg="mod">
          <ac:chgData name="Randall L Fowler" userId="a72b982d-69cd-4db4-a748-b89ebc78a5d5" providerId="ADAL" clId="{E1B1D488-D5FA-4448-BE36-F8F38EBBDAF8}" dt="2026-09-24T19:15:17.549" v="896" actId="20577"/>
          <ac:spMkLst>
            <pc:docMk/>
            <pc:sldMk cId="421983923" sldId="374"/>
            <ac:spMk id="12" creationId="{FDC044BC-F0BA-4E17-ED2E-4420D5A632B8}"/>
          </ac:spMkLst>
        </pc:spChg>
        <pc:picChg chg="add">
          <ac:chgData name="Randall L Fowler" userId="a72b982d-69cd-4db4-a748-b89ebc78a5d5" providerId="ADAL" clId="{E1B1D488-D5FA-4448-BE36-F8F38EBBDAF8}" dt="2026-09-15T20:49:12.797" v="22"/>
          <ac:picMkLst>
            <pc:docMk/>
            <pc:sldMk cId="421983923" sldId="374"/>
            <ac:picMk id="2" creationId="{A80006E4-7459-CC15-F616-F14E03828F1C}"/>
          </ac:picMkLst>
        </pc:picChg>
        <pc:picChg chg="add">
          <ac:chgData name="Randall L Fowler" userId="a72b982d-69cd-4db4-a748-b89ebc78a5d5" providerId="ADAL" clId="{E1B1D488-D5FA-4448-BE36-F8F38EBBDAF8}" dt="2026-09-15T20:50:05.471" v="23"/>
          <ac:picMkLst>
            <pc:docMk/>
            <pc:sldMk cId="421983923" sldId="374"/>
            <ac:picMk id="4" creationId="{0FD25A07-6A60-F5F6-BEDC-F758F14EB5BA}"/>
          </ac:picMkLst>
        </pc:picChg>
        <pc:picChg chg="add">
          <ac:chgData name="Randall L Fowler" userId="a72b982d-69cd-4db4-a748-b89ebc78a5d5" providerId="ADAL" clId="{E1B1D488-D5FA-4448-BE36-F8F38EBBDAF8}" dt="2026-09-15T20:51:14.556" v="24"/>
          <ac:picMkLst>
            <pc:docMk/>
            <pc:sldMk cId="421983923" sldId="374"/>
            <ac:picMk id="5" creationId="{CA4642FE-FCD8-A06A-CBF9-55558E1C6FF0}"/>
          </ac:picMkLst>
        </pc:picChg>
        <pc:picChg chg="add">
          <ac:chgData name="Randall L Fowler" userId="a72b982d-69cd-4db4-a748-b89ebc78a5d5" providerId="ADAL" clId="{E1B1D488-D5FA-4448-BE36-F8F38EBBDAF8}" dt="2026-09-15T20:55:31.751" v="26"/>
          <ac:picMkLst>
            <pc:docMk/>
            <pc:sldMk cId="421983923" sldId="374"/>
            <ac:picMk id="7" creationId="{6F0627AD-0F3A-F403-1368-31724389EBE7}"/>
          </ac:picMkLst>
        </pc:picChg>
        <pc:picChg chg="add">
          <ac:chgData name="Randall L Fowler" userId="a72b982d-69cd-4db4-a748-b89ebc78a5d5" providerId="ADAL" clId="{E1B1D488-D5FA-4448-BE36-F8F38EBBDAF8}" dt="2026-09-15T20:58:40.438" v="27"/>
          <ac:picMkLst>
            <pc:docMk/>
            <pc:sldMk cId="421983923" sldId="374"/>
            <ac:picMk id="8" creationId="{48286FE4-4B75-A90B-2634-A4BB96BA6CD0}"/>
          </ac:picMkLst>
        </pc:picChg>
      </pc:sldChg>
      <pc:sldChg chg="addSp delSp modSp add ord">
        <pc:chgData name="Randall L Fowler" userId="a72b982d-69cd-4db4-a748-b89ebc78a5d5" providerId="ADAL" clId="{E1B1D488-D5FA-4448-BE36-F8F38EBBDAF8}" dt="2026-09-24T18:34:39.970" v="284"/>
        <pc:sldMkLst>
          <pc:docMk/>
          <pc:sldMk cId="1657347122" sldId="375"/>
        </pc:sldMkLst>
        <pc:picChg chg="add mod">
          <ac:chgData name="Randall L Fowler" userId="a72b982d-69cd-4db4-a748-b89ebc78a5d5" providerId="ADAL" clId="{E1B1D488-D5FA-4448-BE36-F8F38EBBDAF8}" dt="2026-09-15T21:14:52.587" v="29"/>
          <ac:picMkLst>
            <pc:docMk/>
            <pc:sldMk cId="1657347122" sldId="375"/>
            <ac:picMk id="5" creationId="{E6812777-D8BD-2D62-4F87-FD5A7457092D}"/>
          </ac:picMkLst>
        </pc:picChg>
        <pc:picChg chg="add">
          <ac:chgData name="Randall L Fowler" userId="a72b982d-69cd-4db4-a748-b89ebc78a5d5" providerId="ADAL" clId="{E1B1D488-D5FA-4448-BE36-F8F38EBBDAF8}" dt="2026-09-15T21:29:33.916" v="32"/>
          <ac:picMkLst>
            <pc:docMk/>
            <pc:sldMk cId="1657347122" sldId="375"/>
            <ac:picMk id="17" creationId="{45448F22-2874-C90F-DB84-C8186DEE20D0}"/>
          </ac:picMkLst>
        </pc:picChg>
      </pc:sldChg>
      <pc:sldChg chg="addSp delSp modSp add mod">
        <pc:chgData name="Randall L Fowler" userId="a72b982d-69cd-4db4-a748-b89ebc78a5d5" providerId="ADAL" clId="{E1B1D488-D5FA-4448-BE36-F8F38EBBDAF8}" dt="2026-09-24T19:29:05.756" v="902" actId="478"/>
        <pc:sldMkLst>
          <pc:docMk/>
          <pc:sldMk cId="3137023289" sldId="376"/>
        </pc:sldMkLst>
        <pc:spChg chg="add del">
          <ac:chgData name="Randall L Fowler" userId="a72b982d-69cd-4db4-a748-b89ebc78a5d5" providerId="ADAL" clId="{E1B1D488-D5FA-4448-BE36-F8F38EBBDAF8}" dt="2026-09-24T19:29:05.756" v="902" actId="478"/>
          <ac:spMkLst>
            <pc:docMk/>
            <pc:sldMk cId="3137023289" sldId="376"/>
            <ac:spMk id="4" creationId="{3368A6DF-8795-644E-2355-11B23AA51FBE}"/>
          </ac:spMkLst>
        </pc:spChg>
        <pc:spChg chg="mod">
          <ac:chgData name="Randall L Fowler" userId="a72b982d-69cd-4db4-a748-b89ebc78a5d5" providerId="ADAL" clId="{E1B1D488-D5FA-4448-BE36-F8F38EBBDAF8}" dt="2026-09-24T19:24:40.704" v="899" actId="20577"/>
          <ac:spMkLst>
            <pc:docMk/>
            <pc:sldMk cId="3137023289" sldId="376"/>
            <ac:spMk id="12" creationId="{66632E7C-DC3C-1F63-FACD-DBB1DF829BD7}"/>
          </ac:spMkLst>
        </pc:spChg>
      </pc:sldChg>
      <pc:sldChg chg="modSp">
        <pc:chgData name="Randall L Fowler" userId="a72b982d-69cd-4db4-a748-b89ebc78a5d5" providerId="ADAL" clId="{E1B1D488-D5FA-4448-BE36-F8F38EBBDAF8}" dt="2026-09-15T21:43:17.751" v="35"/>
        <pc:sldMkLst>
          <pc:docMk/>
          <pc:sldMk cId="501125411" sldId="377"/>
        </pc:sldMkLst>
        <pc:spChg chg="mod">
          <ac:chgData name="Randall L Fowler" userId="a72b982d-69cd-4db4-a748-b89ebc78a5d5" providerId="ADAL" clId="{E1B1D488-D5FA-4448-BE36-F8F38EBBDAF8}" dt="2026-09-15T21:43:17.751" v="35"/>
          <ac:spMkLst>
            <pc:docMk/>
            <pc:sldMk cId="501125411" sldId="377"/>
            <ac:spMk id="2" creationId="{440BB269-20B0-ABA4-2DD7-12ABC3721DCC}"/>
          </ac:spMkLst>
        </pc:spChg>
      </pc:sldChg>
      <pc:sldChg chg="modSp add">
        <pc:chgData name="Randall L Fowler" userId="a72b982d-69cd-4db4-a748-b89ebc78a5d5" providerId="ADAL" clId="{E1B1D488-D5FA-4448-BE36-F8F38EBBDAF8}" dt="2026-09-15T21:44:00.748" v="37"/>
        <pc:sldMkLst>
          <pc:docMk/>
          <pc:sldMk cId="2707420181" sldId="378"/>
        </pc:sldMkLst>
        <pc:spChg chg="mod">
          <ac:chgData name="Randall L Fowler" userId="a72b982d-69cd-4db4-a748-b89ebc78a5d5" providerId="ADAL" clId="{E1B1D488-D5FA-4448-BE36-F8F38EBBDAF8}" dt="2026-09-15T21:44:00.748" v="37"/>
          <ac:spMkLst>
            <pc:docMk/>
            <pc:sldMk cId="2707420181" sldId="378"/>
            <ac:spMk id="2" creationId="{FB21DBA8-F2BB-BB7A-5626-8EA0D4BCE9A7}"/>
          </ac:spMkLst>
        </pc:spChg>
      </pc:sldChg>
      <pc:sldChg chg="addSp modSp mod">
        <pc:chgData name="Randall L Fowler" userId="a72b982d-69cd-4db4-a748-b89ebc78a5d5" providerId="ADAL" clId="{E1B1D488-D5FA-4448-BE36-F8F38EBBDAF8}" dt="2026-09-24T19:29:56.786" v="945" actId="114"/>
        <pc:sldMkLst>
          <pc:docMk/>
          <pc:sldMk cId="1106917520" sldId="379"/>
        </pc:sldMkLst>
        <pc:spChg chg="add mod">
          <ac:chgData name="Randall L Fowler" userId="a72b982d-69cd-4db4-a748-b89ebc78a5d5" providerId="ADAL" clId="{E1B1D488-D5FA-4448-BE36-F8F38EBBDAF8}" dt="2026-09-24T19:29:56.786" v="945" actId="114"/>
          <ac:spMkLst>
            <pc:docMk/>
            <pc:sldMk cId="1106917520" sldId="379"/>
            <ac:spMk id="3" creationId="{CAFD7C13-B1B5-5164-494B-F992DE392E06}"/>
          </ac:spMkLst>
        </pc:spChg>
      </pc:sldChg>
      <pc:sldChg chg="modSp add">
        <pc:chgData name="Randall L Fowler" userId="a72b982d-69cd-4db4-a748-b89ebc78a5d5" providerId="ADAL" clId="{E1B1D488-D5FA-4448-BE36-F8F38EBBDAF8}" dt="2026-09-15T22:31:45.274" v="65"/>
        <pc:sldMkLst>
          <pc:docMk/>
          <pc:sldMk cId="3040982957" sldId="380"/>
        </pc:sldMkLst>
        <pc:spChg chg="mod">
          <ac:chgData name="Randall L Fowler" userId="a72b982d-69cd-4db4-a748-b89ebc78a5d5" providerId="ADAL" clId="{E1B1D488-D5FA-4448-BE36-F8F38EBBDAF8}" dt="2026-09-15T22:31:45.274" v="65"/>
          <ac:spMkLst>
            <pc:docMk/>
            <pc:sldMk cId="3040982957" sldId="380"/>
            <ac:spMk id="12" creationId="{48B19F46-4378-E86F-1D21-C9FFF3A0FB71}"/>
          </ac:spMkLst>
        </pc:spChg>
      </pc:sldChg>
      <pc:sldChg chg="addSp delSp modSp mod">
        <pc:chgData name="Randall L Fowler" userId="a72b982d-69cd-4db4-a748-b89ebc78a5d5" providerId="ADAL" clId="{E1B1D488-D5FA-4448-BE36-F8F38EBBDAF8}" dt="2026-09-22T21:22:06.835" v="272" actId="20577"/>
        <pc:sldMkLst>
          <pc:docMk/>
          <pc:sldMk cId="198508949" sldId="382"/>
        </pc:sldMkLst>
        <pc:spChg chg="add">
          <ac:chgData name="Randall L Fowler" userId="a72b982d-69cd-4db4-a748-b89ebc78a5d5" providerId="ADAL" clId="{E1B1D488-D5FA-4448-BE36-F8F38EBBDAF8}" dt="2026-09-22T21:20:45.617" v="260" actId="22"/>
          <ac:spMkLst>
            <pc:docMk/>
            <pc:sldMk cId="198508949" sldId="382"/>
            <ac:spMk id="4" creationId="{D1A8A393-3AC3-3E72-F68C-90109C225617}"/>
          </ac:spMkLst>
        </pc:spChg>
        <pc:graphicFrameChg chg="add mod modGraphic">
          <ac:chgData name="Randall L Fowler" userId="a72b982d-69cd-4db4-a748-b89ebc78a5d5" providerId="ADAL" clId="{E1B1D488-D5FA-4448-BE36-F8F38EBBDAF8}" dt="2026-09-22T21:22:06.835" v="272" actId="20577"/>
          <ac:graphicFrameMkLst>
            <pc:docMk/>
            <pc:sldMk cId="198508949" sldId="382"/>
            <ac:graphicFrameMk id="6" creationId="{CF34E59C-5652-E90B-2C9A-B0E93AE2BC25}"/>
          </ac:graphicFrameMkLst>
        </pc:graphicFrameChg>
      </pc:sldChg>
      <pc:sldChg chg="addSp delSp modSp add mod">
        <pc:chgData name="Randall L Fowler" userId="a72b982d-69cd-4db4-a748-b89ebc78a5d5" providerId="ADAL" clId="{E1B1D488-D5FA-4448-BE36-F8F38EBBDAF8}" dt="2026-09-22T18:46:17.602" v="163" actId="113"/>
        <pc:sldMkLst>
          <pc:docMk/>
          <pc:sldMk cId="1949913395" sldId="383"/>
        </pc:sldMkLst>
        <pc:graphicFrameChg chg="add mod modGraphic">
          <ac:chgData name="Randall L Fowler" userId="a72b982d-69cd-4db4-a748-b89ebc78a5d5" providerId="ADAL" clId="{E1B1D488-D5FA-4448-BE36-F8F38EBBDAF8}" dt="2026-09-22T18:46:17.602" v="163" actId="113"/>
          <ac:graphicFrameMkLst>
            <pc:docMk/>
            <pc:sldMk cId="1949913395" sldId="383"/>
            <ac:graphicFrameMk id="11" creationId="{F7DB33F0-80C0-F528-DDA7-18EB14FB387F}"/>
          </ac:graphicFrameMkLst>
        </pc:graphicFrameChg>
      </pc:sldChg>
      <pc:sldChg chg="modSp new mod ord">
        <pc:chgData name="Randall L Fowler" userId="a72b982d-69cd-4db4-a748-b89ebc78a5d5" providerId="ADAL" clId="{E1B1D488-D5FA-4448-BE36-F8F38EBBDAF8}" dt="2026-09-24T18:52:55.018" v="860" actId="20577"/>
        <pc:sldMkLst>
          <pc:docMk/>
          <pc:sldMk cId="1924857740" sldId="384"/>
        </pc:sldMkLst>
        <pc:spChg chg="mod">
          <ac:chgData name="Randall L Fowler" userId="a72b982d-69cd-4db4-a748-b89ebc78a5d5" providerId="ADAL" clId="{E1B1D488-D5FA-4448-BE36-F8F38EBBDAF8}" dt="2026-09-24T18:52:55.018" v="860" actId="20577"/>
          <ac:spMkLst>
            <pc:docMk/>
            <pc:sldMk cId="1924857740" sldId="384"/>
            <ac:spMk id="2" creationId="{E2394C4E-1C59-727B-C210-2F2215455D2E}"/>
          </ac:spMkLst>
        </pc:spChg>
        <pc:spChg chg="mod">
          <ac:chgData name="Randall L Fowler" userId="a72b982d-69cd-4db4-a748-b89ebc78a5d5" providerId="ADAL" clId="{E1B1D488-D5FA-4448-BE36-F8F38EBBDAF8}" dt="2026-09-24T18:35:05.792" v="307" actId="20577"/>
          <ac:spMkLst>
            <pc:docMk/>
            <pc:sldMk cId="1924857740" sldId="384"/>
            <ac:spMk id="3" creationId="{839FCAAD-5A3E-BC0C-0A82-B788C33CF1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43C1FB-086C-E348-98D7-B4322F3B897C}" type="datetimeFigureOut">
              <a:rPr lang="en-US" smtClean="0"/>
              <a:t>9/17/2026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AD71B-C348-084E-8190-ED83D34943EC}" type="slidenum">
              <a:rPr lang="en-US" smtClean="0"/>
              <a:t>‹#›</a:t>
            </a:fld>
            <a:endParaRPr lang="en-US" dirty="0"/>
          </a:p>
        </p:txBody>
      </p:sp>
    </p:spTree>
    <p:extLst>
      <p:ext uri="{BB962C8B-B14F-4D97-AF65-F5344CB8AC3E}">
        <p14:creationId xmlns:p14="http://schemas.microsoft.com/office/powerpoint/2010/main" val="3076391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0AD71B-C348-084E-8190-ED83D34943EC}" type="slidenum">
              <a:rPr lang="en-US" smtClean="0"/>
              <a:t>1</a:t>
            </a:fld>
            <a:endParaRPr lang="en-US" dirty="0"/>
          </a:p>
        </p:txBody>
      </p:sp>
    </p:spTree>
    <p:extLst>
      <p:ext uri="{BB962C8B-B14F-4D97-AF65-F5344CB8AC3E}">
        <p14:creationId xmlns:p14="http://schemas.microsoft.com/office/powerpoint/2010/main" val="2756636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8A51-3EF7-DC13-2545-0F348F4209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E48B4-44E1-A66F-0DF0-E3123FB95C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00AC1B5-B0D8-E295-F417-B01C6E88D197}"/>
              </a:ext>
            </a:extLst>
          </p:cNvPr>
          <p:cNvSpPr>
            <a:spLocks noGrp="1"/>
          </p:cNvSpPr>
          <p:nvPr>
            <p:ph type="body" idx="1"/>
          </p:nvPr>
        </p:nvSpPr>
        <p:spPr/>
        <p:txBody>
          <a:bodyPr/>
          <a:lstStyle/>
          <a:p>
            <a:pPr marL="171450" indent="-171450">
              <a:buFont typeface="Arial" panose="020B0604020202020204" pitchFamily="34" charset="0"/>
              <a:buChar char="•"/>
            </a:pPr>
            <a:r>
              <a:rPr lang="en-US" dirty="0"/>
              <a:t>Electrooculogram (EOG) – Electrical potential from the eye to get eye movement.</a:t>
            </a:r>
          </a:p>
          <a:p>
            <a:pPr marL="171450" indent="-171450">
              <a:buFont typeface="Arial" panose="020B0604020202020204" pitchFamily="34" charset="0"/>
              <a:buChar char="•"/>
            </a:pPr>
            <a:r>
              <a:rPr lang="en-US" dirty="0"/>
              <a:t>Electroencephalogram (EEG) – Electrical potential from neuron activity.</a:t>
            </a:r>
          </a:p>
          <a:p>
            <a:pPr marL="171450" indent="-171450">
              <a:buFont typeface="Arial" panose="020B0604020202020204" pitchFamily="34" charset="0"/>
              <a:buChar char="•"/>
            </a:pPr>
            <a:r>
              <a:rPr lang="en-US" dirty="0"/>
              <a:t>Electromyogram (EMG) – Electrical potential from muscle fibers.</a:t>
            </a:r>
          </a:p>
          <a:p>
            <a:pPr marL="171450" indent="-171450">
              <a:buFont typeface="Arial" panose="020B0604020202020204" pitchFamily="34" charset="0"/>
              <a:buChar char="•"/>
            </a:pPr>
            <a:r>
              <a:rPr lang="en-US" dirty="0"/>
              <a:t>Electrocardiogram (ECG, EKG) – Electrical potential from heart pulsations.</a:t>
            </a:r>
          </a:p>
          <a:p>
            <a:pPr marL="171450" indent="-171450">
              <a:buFont typeface="Arial" panose="020B0604020202020204" pitchFamily="34" charset="0"/>
              <a:buChar char="•"/>
            </a:pPr>
            <a:r>
              <a:rPr lang="en-US" dirty="0" err="1"/>
              <a:t>Photoplethysmogram</a:t>
            </a:r>
            <a:r>
              <a:rPr lang="en-US" dirty="0"/>
              <a:t> (PPG) – Light absorption from tissue, blood, and other materials. Shows volume changes and can be extended to spectroscopy.</a:t>
            </a:r>
          </a:p>
          <a:p>
            <a:pPr marL="171450" indent="-171450">
              <a:buFont typeface="Arial" panose="020B0604020202020204" pitchFamily="34" charset="0"/>
              <a:buChar char="•"/>
            </a:pPr>
            <a:r>
              <a:rPr lang="en-US" dirty="0"/>
              <a:t>Flow – Could be doppler ultrasound, PPG, or transducer measuring blood pressure intrusively</a:t>
            </a:r>
          </a:p>
          <a:p>
            <a:pPr marL="171450" indent="-171450">
              <a:buFont typeface="Arial" panose="020B0604020202020204" pitchFamily="34" charset="0"/>
              <a:buChar char="•"/>
            </a:pPr>
            <a:r>
              <a:rPr lang="en-US" dirty="0"/>
              <a:t>Thorax – Measured chest activity. Could be PPG, ECG, accelerometer, temperature, </a:t>
            </a:r>
            <a:r>
              <a:rPr lang="en-US" dirty="0" err="1"/>
              <a:t>ect</a:t>
            </a:r>
            <a:r>
              <a:rPr lang="en-US" dirty="0"/>
              <a:t>.</a:t>
            </a:r>
          </a:p>
          <a:p>
            <a:pPr marL="171450" indent="-171450">
              <a:buFont typeface="Arial" panose="020B0604020202020204" pitchFamily="34" charset="0"/>
              <a:buChar char="•"/>
            </a:pPr>
            <a:r>
              <a:rPr lang="en-US" dirty="0"/>
              <a:t>Abdomen – Similar to Thorax, but on stomach.</a:t>
            </a:r>
          </a:p>
          <a:p>
            <a:pPr marL="171450" indent="-171450">
              <a:buFont typeface="Arial" panose="020B0604020202020204" pitchFamily="34" charset="0"/>
              <a:buChar char="•"/>
            </a:pPr>
            <a:r>
              <a:rPr lang="en-US" dirty="0"/>
              <a:t>Effort Sum – Sum of effort exerted by thorax and abdomen. Also known as Respiratory Inductive Plethysmography (RIP).</a:t>
            </a:r>
          </a:p>
          <a:p>
            <a:pPr marL="171450" indent="-171450">
              <a:buFont typeface="Arial" panose="020B0604020202020204" pitchFamily="34" charset="0"/>
              <a:buChar char="•"/>
            </a:pPr>
            <a:r>
              <a:rPr lang="en-US" dirty="0"/>
              <a:t>SpO2 – Oxygen Saturation percentage within the blood.</a:t>
            </a:r>
          </a:p>
          <a:p>
            <a:pPr marL="171450" indent="-171450">
              <a:buFont typeface="Arial" panose="020B0604020202020204" pitchFamily="34" charset="0"/>
              <a:buChar char="•"/>
            </a:pPr>
            <a:r>
              <a:rPr lang="en-US" dirty="0"/>
              <a:t>Pulse Wave - Heart Pulsations measured by PPG, ECG, ultrasound, </a:t>
            </a:r>
            <a:r>
              <a:rPr lang="en-US" dirty="0" err="1"/>
              <a:t>ect</a:t>
            </a:r>
            <a:r>
              <a:rPr lang="en-US" dirty="0"/>
              <a:t>.</a:t>
            </a:r>
          </a:p>
          <a:p>
            <a:pPr marL="171450" indent="-171450">
              <a:buFont typeface="Arial" panose="020B0604020202020204" pitchFamily="34" charset="0"/>
              <a:buChar char="•"/>
            </a:pPr>
            <a:r>
              <a:rPr lang="en-US" dirty="0"/>
              <a:t>HR – same measuring as Pulse Wave</a:t>
            </a:r>
          </a:p>
        </p:txBody>
      </p:sp>
      <p:sp>
        <p:nvSpPr>
          <p:cNvPr id="4" name="Slide Number Placeholder 3">
            <a:extLst>
              <a:ext uri="{FF2B5EF4-FFF2-40B4-BE49-F238E27FC236}">
                <a16:creationId xmlns:a16="http://schemas.microsoft.com/office/drawing/2014/main" id="{31B8AF1F-ACEC-42D4-55A2-2544AC232E55}"/>
              </a:ext>
            </a:extLst>
          </p:cNvPr>
          <p:cNvSpPr>
            <a:spLocks noGrp="1"/>
          </p:cNvSpPr>
          <p:nvPr>
            <p:ph type="sldNum" sz="quarter" idx="5"/>
          </p:nvPr>
        </p:nvSpPr>
        <p:spPr/>
        <p:txBody>
          <a:bodyPr/>
          <a:lstStyle/>
          <a:p>
            <a:fld id="{200AD71B-C348-084E-8190-ED83D34943EC}" type="slidenum">
              <a:rPr lang="en-US" smtClean="0"/>
              <a:t>2</a:t>
            </a:fld>
            <a:endParaRPr lang="en-US" dirty="0"/>
          </a:p>
        </p:txBody>
      </p:sp>
    </p:spTree>
    <p:extLst>
      <p:ext uri="{BB962C8B-B14F-4D97-AF65-F5344CB8AC3E}">
        <p14:creationId xmlns:p14="http://schemas.microsoft.com/office/powerpoint/2010/main" val="2638188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D8078-8D38-BD91-19C9-FF148E927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060D8-4E96-9660-8D78-90FAB5ECD95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09B8ED5-4275-7F52-C328-5C02CE4153D6}"/>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79E9DF3-8E13-2EDA-E723-7C1338A706F1}"/>
              </a:ext>
            </a:extLst>
          </p:cNvPr>
          <p:cNvSpPr>
            <a:spLocks noGrp="1"/>
          </p:cNvSpPr>
          <p:nvPr>
            <p:ph type="sldNum" sz="quarter" idx="5"/>
          </p:nvPr>
        </p:nvSpPr>
        <p:spPr/>
        <p:txBody>
          <a:bodyPr/>
          <a:lstStyle/>
          <a:p>
            <a:fld id="{200AD71B-C348-084E-8190-ED83D34943EC}" type="slidenum">
              <a:rPr lang="en-US" smtClean="0"/>
              <a:t>4</a:t>
            </a:fld>
            <a:endParaRPr lang="en-US" dirty="0"/>
          </a:p>
        </p:txBody>
      </p:sp>
    </p:spTree>
    <p:extLst>
      <p:ext uri="{BB962C8B-B14F-4D97-AF65-F5344CB8AC3E}">
        <p14:creationId xmlns:p14="http://schemas.microsoft.com/office/powerpoint/2010/main" val="2711776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B6578-A81A-2F7F-81E8-4A8CDA9DF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CFB30-EC0D-14F4-250E-2396EC5A69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55F75F1-46EA-61EA-7AF1-5F25A347A6F5}"/>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5FA2DAD-6EAC-1B14-D2C3-D8C996F91C96}"/>
              </a:ext>
            </a:extLst>
          </p:cNvPr>
          <p:cNvSpPr>
            <a:spLocks noGrp="1"/>
          </p:cNvSpPr>
          <p:nvPr>
            <p:ph type="sldNum" sz="quarter" idx="5"/>
          </p:nvPr>
        </p:nvSpPr>
        <p:spPr/>
        <p:txBody>
          <a:bodyPr/>
          <a:lstStyle/>
          <a:p>
            <a:fld id="{200AD71B-C348-084E-8190-ED83D34943EC}" type="slidenum">
              <a:rPr lang="en-US" smtClean="0"/>
              <a:t>5</a:t>
            </a:fld>
            <a:endParaRPr lang="en-US" dirty="0"/>
          </a:p>
        </p:txBody>
      </p:sp>
    </p:spTree>
    <p:extLst>
      <p:ext uri="{BB962C8B-B14F-4D97-AF65-F5344CB8AC3E}">
        <p14:creationId xmlns:p14="http://schemas.microsoft.com/office/powerpoint/2010/main" val="2958346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63DD5-D69C-BA73-62CD-459FA80A3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74B7C-9402-293E-7DDD-FF876DEB6D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3F2942-C6A0-BEDA-F868-C29DAB24414D}"/>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33E3A3D-6FF6-7D16-44F0-A863A6EFC3E3}"/>
              </a:ext>
            </a:extLst>
          </p:cNvPr>
          <p:cNvSpPr>
            <a:spLocks noGrp="1"/>
          </p:cNvSpPr>
          <p:nvPr>
            <p:ph type="sldNum" sz="quarter" idx="5"/>
          </p:nvPr>
        </p:nvSpPr>
        <p:spPr/>
        <p:txBody>
          <a:bodyPr/>
          <a:lstStyle/>
          <a:p>
            <a:fld id="{200AD71B-C348-084E-8190-ED83D34943EC}" type="slidenum">
              <a:rPr lang="en-US" smtClean="0"/>
              <a:t>6</a:t>
            </a:fld>
            <a:endParaRPr lang="en-US" dirty="0"/>
          </a:p>
        </p:txBody>
      </p:sp>
    </p:spTree>
    <p:extLst>
      <p:ext uri="{BB962C8B-B14F-4D97-AF65-F5344CB8AC3E}">
        <p14:creationId xmlns:p14="http://schemas.microsoft.com/office/powerpoint/2010/main" val="2070594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3AD02-B41A-5577-AA57-33F819677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F4C8C-641D-8F12-88B8-1924CA7E0C7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C8DB56-3AC5-9D64-BC6C-3CCCFA39AEEE}"/>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FDFBA5B-ECE9-2D91-C475-2EADFEF47440}"/>
              </a:ext>
            </a:extLst>
          </p:cNvPr>
          <p:cNvSpPr>
            <a:spLocks noGrp="1"/>
          </p:cNvSpPr>
          <p:nvPr>
            <p:ph type="sldNum" sz="quarter" idx="5"/>
          </p:nvPr>
        </p:nvSpPr>
        <p:spPr/>
        <p:txBody>
          <a:bodyPr/>
          <a:lstStyle/>
          <a:p>
            <a:fld id="{200AD71B-C348-084E-8190-ED83D34943EC}" type="slidenum">
              <a:rPr lang="en-US" smtClean="0"/>
              <a:t>7</a:t>
            </a:fld>
            <a:endParaRPr lang="en-US" dirty="0"/>
          </a:p>
        </p:txBody>
      </p:sp>
    </p:spTree>
    <p:extLst>
      <p:ext uri="{BB962C8B-B14F-4D97-AF65-F5344CB8AC3E}">
        <p14:creationId xmlns:p14="http://schemas.microsoft.com/office/powerpoint/2010/main" val="3750220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0AD71B-C348-084E-8190-ED83D34943EC}" type="slidenum">
              <a:rPr lang="en-US" smtClean="0"/>
              <a:t>8</a:t>
            </a:fld>
            <a:endParaRPr lang="en-US" dirty="0"/>
          </a:p>
        </p:txBody>
      </p:sp>
    </p:spTree>
    <p:extLst>
      <p:ext uri="{BB962C8B-B14F-4D97-AF65-F5344CB8AC3E}">
        <p14:creationId xmlns:p14="http://schemas.microsoft.com/office/powerpoint/2010/main" val="1697738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61B5B-988D-0D01-B680-BF3F6F566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E8A86-0FF6-9E43-6B48-B5C85CE90F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14D8BA-56E0-7DEB-1007-358429165F3F}"/>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C7E07EA-9161-DDB8-A32B-5DE0671C99B2}"/>
              </a:ext>
            </a:extLst>
          </p:cNvPr>
          <p:cNvSpPr>
            <a:spLocks noGrp="1"/>
          </p:cNvSpPr>
          <p:nvPr>
            <p:ph type="sldNum" sz="quarter" idx="5"/>
          </p:nvPr>
        </p:nvSpPr>
        <p:spPr/>
        <p:txBody>
          <a:bodyPr/>
          <a:lstStyle/>
          <a:p>
            <a:fld id="{200AD71B-C348-084E-8190-ED83D34943EC}" type="slidenum">
              <a:rPr lang="en-US" smtClean="0"/>
              <a:t>13</a:t>
            </a:fld>
            <a:endParaRPr lang="en-US" dirty="0"/>
          </a:p>
        </p:txBody>
      </p:sp>
    </p:spTree>
    <p:extLst>
      <p:ext uri="{BB962C8B-B14F-4D97-AF65-F5344CB8AC3E}">
        <p14:creationId xmlns:p14="http://schemas.microsoft.com/office/powerpoint/2010/main" val="803474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4894-F1C6-C7A2-E382-CAA8BDE80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65E68-D069-20A8-EC0E-F974BADA7E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3D0666-3143-0A96-B6A4-B85E4003E02E}"/>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61D9F8B-5EBA-4328-1A00-A524314CA849}"/>
              </a:ext>
            </a:extLst>
          </p:cNvPr>
          <p:cNvSpPr>
            <a:spLocks noGrp="1"/>
          </p:cNvSpPr>
          <p:nvPr>
            <p:ph type="sldNum" sz="quarter" idx="5"/>
          </p:nvPr>
        </p:nvSpPr>
        <p:spPr/>
        <p:txBody>
          <a:bodyPr/>
          <a:lstStyle/>
          <a:p>
            <a:fld id="{200AD71B-C348-084E-8190-ED83D34943EC}" type="slidenum">
              <a:rPr lang="en-US" smtClean="0"/>
              <a:t>14</a:t>
            </a:fld>
            <a:endParaRPr lang="en-US" dirty="0"/>
          </a:p>
        </p:txBody>
      </p:sp>
    </p:spTree>
    <p:extLst>
      <p:ext uri="{BB962C8B-B14F-4D97-AF65-F5344CB8AC3E}">
        <p14:creationId xmlns:p14="http://schemas.microsoft.com/office/powerpoint/2010/main" val="2435660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1" name="Google Shape;15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8" name="Google Shape;15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-L creates a local tunnel, secure traffic between your computer and the server. Your tunnel opening on your computer would be 8080 in this case, and the port opening on the server would be the number provided.</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5" name="Google Shape;16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72" name="Google Shape;17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79" name="Google Shape;179;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86" name="Google Shape;18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You forward the port on your computer to the port in the container. Think of it in terms of a VM, have to talk to the computer in our computer.</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4" name="Google Shape;19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00" name="Google Shape;20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07" name="Google Shape;207;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13" name="Google Shape;213;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20" name="Google Shape;22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git config --global --add safe.directory /workspace</a:t>
            </a:r>
            <a:endParaRPr sz="1000">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26" name="Google Shape;226;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f84f5149b8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2" name="Google Shape;232;g2f84f5149b8_1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atertow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50CC55-3FC7-D24C-A651-D789C81A8CEA}"/>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solidFill>
                <a:schemeClr val="tx1"/>
              </a:solidFill>
            </a:endParaRPr>
          </a:p>
        </p:txBody>
      </p:sp>
      <p:sp>
        <p:nvSpPr>
          <p:cNvPr id="22" name="Rectangle 21">
            <a:extLst>
              <a:ext uri="{FF2B5EF4-FFF2-40B4-BE49-F238E27FC236}">
                <a16:creationId xmlns:a16="http://schemas.microsoft.com/office/drawing/2014/main" id="{48C25DBB-103D-5349-B595-C223332A90F3}"/>
              </a:ext>
            </a:extLst>
          </p:cNvPr>
          <p:cNvSpPr/>
          <p:nvPr userDrawn="1"/>
        </p:nvSpPr>
        <p:spPr>
          <a:xfrm>
            <a:off x="1024127" y="3251201"/>
            <a:ext cx="6421702" cy="2656062"/>
          </a:xfrm>
          <a:prstGeom prst="rect">
            <a:avLst/>
          </a:prstGeom>
          <a:solidFill>
            <a:srgbClr val="B2892A"/>
          </a:solidFill>
          <a:ln>
            <a:solidFill>
              <a:srgbClr val="9C7724"/>
            </a:solidFill>
          </a:ln>
          <a:effectLst>
            <a:outerShdw blurRad="825500" dist="114300" dir="4320000" sx="104000" sy="104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000" b="1" dirty="0">
              <a:latin typeface="Arial" panose="020B0604020202020204" pitchFamily="34" charset="0"/>
              <a:ea typeface="Verdana" panose="020B0604030504040204" pitchFamily="34" charset="0"/>
              <a:cs typeface="Arial" panose="020B0604020202020204" pitchFamily="34" charset="0"/>
            </a:endParaRPr>
          </a:p>
        </p:txBody>
      </p:sp>
      <p:cxnSp>
        <p:nvCxnSpPr>
          <p:cNvPr id="23" name="Straight Connector 22">
            <a:extLst>
              <a:ext uri="{FF2B5EF4-FFF2-40B4-BE49-F238E27FC236}">
                <a16:creationId xmlns:a16="http://schemas.microsoft.com/office/drawing/2014/main" id="{1E0A533A-728C-2F4C-99A1-4705577A966D}"/>
              </a:ext>
            </a:extLst>
          </p:cNvPr>
          <p:cNvCxnSpPr>
            <a:cxnSpLocks/>
          </p:cNvCxnSpPr>
          <p:nvPr userDrawn="1"/>
        </p:nvCxnSpPr>
        <p:spPr>
          <a:xfrm>
            <a:off x="1873956" y="5209820"/>
            <a:ext cx="476391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DB9E8B94-DA8E-E348-904A-40DD07565663}"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15" name="Title 1">
            <a:extLst>
              <a:ext uri="{FF2B5EF4-FFF2-40B4-BE49-F238E27FC236}">
                <a16:creationId xmlns:a16="http://schemas.microsoft.com/office/drawing/2014/main" id="{9D1EBDC8-5CD2-AC48-B9DD-87B73FE65906}"/>
              </a:ext>
            </a:extLst>
          </p:cNvPr>
          <p:cNvSpPr>
            <a:spLocks noGrp="1"/>
          </p:cNvSpPr>
          <p:nvPr>
            <p:ph type="ctrTitle"/>
          </p:nvPr>
        </p:nvSpPr>
        <p:spPr>
          <a:xfrm>
            <a:off x="1024124" y="3251199"/>
            <a:ext cx="6421705" cy="2434590"/>
          </a:xfrm>
        </p:spPr>
        <p:txBody>
          <a:bodyPr anchor="ctr">
            <a:normAutofit/>
          </a:bodyPr>
          <a:lstStyle>
            <a:lvl1pPr algn="ctr">
              <a:defRPr sz="40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118EB164-E068-2540-9EB4-E82CE44F8C1A}"/>
              </a:ext>
            </a:extLst>
          </p:cNvPr>
          <p:cNvSpPr>
            <a:spLocks noGrp="1"/>
          </p:cNvSpPr>
          <p:nvPr>
            <p:ph type="subTitle" idx="1"/>
          </p:nvPr>
        </p:nvSpPr>
        <p:spPr>
          <a:xfrm>
            <a:off x="1024124" y="5295014"/>
            <a:ext cx="6421705" cy="612010"/>
          </a:xfrm>
        </p:spPr>
        <p:txBody>
          <a:bodyPr>
            <a:normAutofit/>
          </a:bodyPr>
          <a:lstStyle>
            <a:lvl1pPr marL="0" indent="0" algn="ctr">
              <a:spcBef>
                <a:spcPts val="0"/>
              </a:spcBef>
              <a:buNone/>
              <a:defRPr sz="1600">
                <a:solidFill>
                  <a:schemeClr val="bg1">
                    <a:lumMod val="95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8" name="Picture 17">
            <a:extLst>
              <a:ext uri="{FF2B5EF4-FFF2-40B4-BE49-F238E27FC236}">
                <a16:creationId xmlns:a16="http://schemas.microsoft.com/office/drawing/2014/main" id="{D03A6174-EFFF-1F46-9380-490520059FF5}"/>
              </a:ext>
            </a:extLst>
          </p:cNvPr>
          <p:cNvPicPr>
            <a:picLocks noChangeAspect="1"/>
          </p:cNvPicPr>
          <p:nvPr userDrawn="1"/>
        </p:nvPicPr>
        <p:blipFill>
          <a:blip r:embed="rId3"/>
          <a:stretch>
            <a:fillRect/>
          </a:stretch>
        </p:blipFill>
        <p:spPr>
          <a:xfrm>
            <a:off x="200007" y="260343"/>
            <a:ext cx="2553939" cy="654057"/>
          </a:xfrm>
          <a:prstGeom prst="rect">
            <a:avLst/>
          </a:prstGeom>
        </p:spPr>
      </p:pic>
      <p:pic>
        <p:nvPicPr>
          <p:cNvPr id="28" name="Picture 27">
            <a:extLst>
              <a:ext uri="{FF2B5EF4-FFF2-40B4-BE49-F238E27FC236}">
                <a16:creationId xmlns:a16="http://schemas.microsoft.com/office/drawing/2014/main" id="{1D37FF44-E1CC-4B45-A794-FB0216A788CC}"/>
              </a:ext>
            </a:extLst>
          </p:cNvPr>
          <p:cNvPicPr>
            <a:picLocks noChangeAspect="1"/>
          </p:cNvPicPr>
          <p:nvPr userDrawn="1"/>
        </p:nvPicPr>
        <p:blipFill>
          <a:blip r:embed="rId4"/>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4288290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atertow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50CC55-3FC7-D24C-A651-D789C81A8CEA}"/>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solidFill>
                <a:schemeClr val="tx1"/>
              </a:solidFill>
            </a:endParaRPr>
          </a:p>
        </p:txBody>
      </p: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AEFC58E4-9623-124A-A027-F92E84F9637C}"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pic>
        <p:nvPicPr>
          <p:cNvPr id="18" name="Picture 17">
            <a:extLst>
              <a:ext uri="{FF2B5EF4-FFF2-40B4-BE49-F238E27FC236}">
                <a16:creationId xmlns:a16="http://schemas.microsoft.com/office/drawing/2014/main" id="{D03A6174-EFFF-1F46-9380-490520059FF5}"/>
              </a:ext>
            </a:extLst>
          </p:cNvPr>
          <p:cNvPicPr>
            <a:picLocks noChangeAspect="1"/>
          </p:cNvPicPr>
          <p:nvPr userDrawn="1"/>
        </p:nvPicPr>
        <p:blipFill>
          <a:blip r:embed="rId3"/>
          <a:stretch>
            <a:fillRect/>
          </a:stretch>
        </p:blipFill>
        <p:spPr>
          <a:xfrm>
            <a:off x="200007" y="260343"/>
            <a:ext cx="2553939" cy="654057"/>
          </a:xfrm>
          <a:prstGeom prst="rect">
            <a:avLst/>
          </a:prstGeom>
        </p:spPr>
      </p:pic>
      <p:sp>
        <p:nvSpPr>
          <p:cNvPr id="19" name="Subtitle 2">
            <a:extLst>
              <a:ext uri="{FF2B5EF4-FFF2-40B4-BE49-F238E27FC236}">
                <a16:creationId xmlns:a16="http://schemas.microsoft.com/office/drawing/2014/main" id="{E4F2A74D-F0B3-C244-9896-1ACF2861EC74}"/>
              </a:ext>
            </a:extLst>
          </p:cNvPr>
          <p:cNvSpPr>
            <a:spLocks noGrp="1"/>
          </p:cNvSpPr>
          <p:nvPr>
            <p:ph type="subTitle" idx="1"/>
          </p:nvPr>
        </p:nvSpPr>
        <p:spPr>
          <a:xfrm>
            <a:off x="1024124" y="5295014"/>
            <a:ext cx="6421705" cy="612010"/>
          </a:xfrm>
          <a:solidFill>
            <a:srgbClr val="B2892A"/>
          </a:solidFill>
          <a:effectLst>
            <a:outerShdw blurRad="800100" dist="254000" dir="5400000" algn="t" rotWithShape="0">
              <a:prstClr val="black">
                <a:alpha val="40000"/>
              </a:prstClr>
            </a:outerShdw>
          </a:effectLst>
        </p:spPr>
        <p:txBody>
          <a:bodyPr>
            <a:normAutofit/>
          </a:bodyPr>
          <a:lstStyle>
            <a:lvl1pPr marL="0" indent="0" algn="ctr">
              <a:spcBef>
                <a:spcPts val="0"/>
              </a:spcBef>
              <a:buNone/>
              <a:defRPr sz="1600">
                <a:solidFill>
                  <a:schemeClr val="bg1">
                    <a:lumMod val="95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Title 1">
            <a:extLst>
              <a:ext uri="{FF2B5EF4-FFF2-40B4-BE49-F238E27FC236}">
                <a16:creationId xmlns:a16="http://schemas.microsoft.com/office/drawing/2014/main" id="{D769644E-DC59-F541-B234-6C296D5360B9}"/>
              </a:ext>
            </a:extLst>
          </p:cNvPr>
          <p:cNvSpPr>
            <a:spLocks noGrp="1"/>
          </p:cNvSpPr>
          <p:nvPr>
            <p:ph type="ctrTitle"/>
          </p:nvPr>
        </p:nvSpPr>
        <p:spPr>
          <a:xfrm>
            <a:off x="1024124" y="3251200"/>
            <a:ext cx="6421705" cy="2043814"/>
          </a:xfrm>
          <a:solidFill>
            <a:srgbClr val="B2892A"/>
          </a:solidFill>
        </p:spPr>
        <p:txBody>
          <a:bodyPr anchor="ctr">
            <a:normAutofit/>
          </a:bodyPr>
          <a:lstStyle>
            <a:lvl1pPr algn="ctr">
              <a:defRPr sz="40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pic>
        <p:nvPicPr>
          <p:cNvPr id="24" name="Picture 23">
            <a:extLst>
              <a:ext uri="{FF2B5EF4-FFF2-40B4-BE49-F238E27FC236}">
                <a16:creationId xmlns:a16="http://schemas.microsoft.com/office/drawing/2014/main" id="{9150035A-39B5-9846-A714-BF03D23B9247}"/>
              </a:ext>
            </a:extLst>
          </p:cNvPr>
          <p:cNvPicPr>
            <a:picLocks noChangeAspect="1"/>
          </p:cNvPicPr>
          <p:nvPr userDrawn="1"/>
        </p:nvPicPr>
        <p:blipFill>
          <a:blip r:embed="rId4"/>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1684368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atertow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50CC55-3FC7-D24C-A651-D789C81A8CEA}"/>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solidFill>
                <a:schemeClr val="tx1"/>
              </a:solidFill>
            </a:endParaRPr>
          </a:p>
        </p:txBody>
      </p: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D7E8A6A9-7887-FE48-9927-52E5CA647334}"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15" name="Title 1">
            <a:extLst>
              <a:ext uri="{FF2B5EF4-FFF2-40B4-BE49-F238E27FC236}">
                <a16:creationId xmlns:a16="http://schemas.microsoft.com/office/drawing/2014/main" id="{9D1EBDC8-5CD2-AC48-B9DD-87B73FE65906}"/>
              </a:ext>
            </a:extLst>
          </p:cNvPr>
          <p:cNvSpPr>
            <a:spLocks noGrp="1"/>
          </p:cNvSpPr>
          <p:nvPr>
            <p:ph type="ctrTitle"/>
          </p:nvPr>
        </p:nvSpPr>
        <p:spPr>
          <a:xfrm>
            <a:off x="1024124" y="3251199"/>
            <a:ext cx="6421705" cy="2434590"/>
          </a:xfrm>
        </p:spPr>
        <p:txBody>
          <a:bodyPr anchor="ctr">
            <a:normAutofit/>
          </a:bodyPr>
          <a:lstStyle>
            <a:lvl1pPr algn="ctr">
              <a:defRPr sz="40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118EB164-E068-2540-9EB4-E82CE44F8C1A}"/>
              </a:ext>
            </a:extLst>
          </p:cNvPr>
          <p:cNvSpPr>
            <a:spLocks noGrp="1"/>
          </p:cNvSpPr>
          <p:nvPr>
            <p:ph type="subTitle" idx="1"/>
          </p:nvPr>
        </p:nvSpPr>
        <p:spPr>
          <a:xfrm>
            <a:off x="1024124" y="5295014"/>
            <a:ext cx="6421705" cy="612010"/>
          </a:xfrm>
        </p:spPr>
        <p:txBody>
          <a:bodyPr>
            <a:normAutofit/>
          </a:bodyPr>
          <a:lstStyle>
            <a:lvl1pPr marL="0" indent="0" algn="ctr">
              <a:spcBef>
                <a:spcPts val="0"/>
              </a:spcBef>
              <a:buNone/>
              <a:defRPr sz="1600">
                <a:solidFill>
                  <a:schemeClr val="bg1">
                    <a:lumMod val="95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8" name="Picture 17">
            <a:extLst>
              <a:ext uri="{FF2B5EF4-FFF2-40B4-BE49-F238E27FC236}">
                <a16:creationId xmlns:a16="http://schemas.microsoft.com/office/drawing/2014/main" id="{D03A6174-EFFF-1F46-9380-490520059FF5}"/>
              </a:ext>
            </a:extLst>
          </p:cNvPr>
          <p:cNvPicPr>
            <a:picLocks noChangeAspect="1"/>
          </p:cNvPicPr>
          <p:nvPr userDrawn="1"/>
        </p:nvPicPr>
        <p:blipFill>
          <a:blip r:embed="rId3"/>
          <a:stretch>
            <a:fillRect/>
          </a:stretch>
        </p:blipFill>
        <p:spPr>
          <a:xfrm>
            <a:off x="200007" y="260343"/>
            <a:ext cx="2553939" cy="654057"/>
          </a:xfrm>
          <a:prstGeom prst="rect">
            <a:avLst/>
          </a:prstGeom>
        </p:spPr>
      </p:pic>
      <p:pic>
        <p:nvPicPr>
          <p:cNvPr id="12" name="Picture 11">
            <a:extLst>
              <a:ext uri="{FF2B5EF4-FFF2-40B4-BE49-F238E27FC236}">
                <a16:creationId xmlns:a16="http://schemas.microsoft.com/office/drawing/2014/main" id="{1E6D8045-B9AA-4847-B53F-3C9A0811B3B1}"/>
              </a:ext>
            </a:extLst>
          </p:cNvPr>
          <p:cNvPicPr>
            <a:picLocks noChangeAspect="1"/>
          </p:cNvPicPr>
          <p:nvPr userDrawn="1"/>
        </p:nvPicPr>
        <p:blipFill>
          <a:blip r:embed="rId4"/>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2530668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Kemper 1]">
    <p:bg>
      <p:bgPr>
        <a:blipFill dpi="0" rotWithShape="1">
          <a:blip r:embed="rId2">
            <a:lum/>
          </a:blip>
          <a:srcRect/>
          <a:stretch>
            <a:fillRect t="-9000"/>
          </a:stretch>
        </a:blip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50CC55-3FC7-D24C-A651-D789C81A8CEA}"/>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solidFill>
                <a:schemeClr val="tx1"/>
              </a:solidFill>
            </a:endParaRPr>
          </a:p>
        </p:txBody>
      </p:sp>
      <p:sp>
        <p:nvSpPr>
          <p:cNvPr id="22" name="Rectangle 21">
            <a:extLst>
              <a:ext uri="{FF2B5EF4-FFF2-40B4-BE49-F238E27FC236}">
                <a16:creationId xmlns:a16="http://schemas.microsoft.com/office/drawing/2014/main" id="{48C25DBB-103D-5349-B595-C223332A90F3}"/>
              </a:ext>
            </a:extLst>
          </p:cNvPr>
          <p:cNvSpPr/>
          <p:nvPr userDrawn="1"/>
        </p:nvSpPr>
        <p:spPr>
          <a:xfrm>
            <a:off x="1024127" y="3251201"/>
            <a:ext cx="6421702" cy="2656062"/>
          </a:xfrm>
          <a:prstGeom prst="rect">
            <a:avLst/>
          </a:prstGeom>
          <a:solidFill>
            <a:srgbClr val="B2892A"/>
          </a:solidFill>
          <a:ln>
            <a:solidFill>
              <a:srgbClr val="9C7724"/>
            </a:solidFill>
          </a:ln>
          <a:effectLst>
            <a:outerShdw blurRad="825500" dist="114300" dir="4320000" sx="104000" sy="104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000" b="1" dirty="0">
              <a:latin typeface="Arial" panose="020B0604020202020204" pitchFamily="34" charset="0"/>
              <a:ea typeface="Verdana" panose="020B0604030504040204" pitchFamily="34" charset="0"/>
              <a:cs typeface="Arial" panose="020B0604020202020204" pitchFamily="34" charset="0"/>
            </a:endParaRPr>
          </a:p>
        </p:txBody>
      </p:sp>
      <p:cxnSp>
        <p:nvCxnSpPr>
          <p:cNvPr id="23" name="Straight Connector 22">
            <a:extLst>
              <a:ext uri="{FF2B5EF4-FFF2-40B4-BE49-F238E27FC236}">
                <a16:creationId xmlns:a16="http://schemas.microsoft.com/office/drawing/2014/main" id="{1E0A533A-728C-2F4C-99A1-4705577A966D}"/>
              </a:ext>
            </a:extLst>
          </p:cNvPr>
          <p:cNvCxnSpPr>
            <a:cxnSpLocks/>
          </p:cNvCxnSpPr>
          <p:nvPr userDrawn="1"/>
        </p:nvCxnSpPr>
        <p:spPr>
          <a:xfrm>
            <a:off x="1873956" y="5209820"/>
            <a:ext cx="476391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5169A792-63B0-9F47-AF0C-ABE96058BAE2}"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15" name="Title 1">
            <a:extLst>
              <a:ext uri="{FF2B5EF4-FFF2-40B4-BE49-F238E27FC236}">
                <a16:creationId xmlns:a16="http://schemas.microsoft.com/office/drawing/2014/main" id="{9D1EBDC8-5CD2-AC48-B9DD-87B73FE65906}"/>
              </a:ext>
            </a:extLst>
          </p:cNvPr>
          <p:cNvSpPr>
            <a:spLocks noGrp="1"/>
          </p:cNvSpPr>
          <p:nvPr>
            <p:ph type="ctrTitle"/>
          </p:nvPr>
        </p:nvSpPr>
        <p:spPr>
          <a:xfrm>
            <a:off x="1024124" y="3251199"/>
            <a:ext cx="6421705" cy="2434590"/>
          </a:xfrm>
        </p:spPr>
        <p:txBody>
          <a:bodyPr anchor="ctr">
            <a:normAutofit/>
          </a:bodyPr>
          <a:lstStyle>
            <a:lvl1pPr algn="ctr">
              <a:defRPr sz="40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118EB164-E068-2540-9EB4-E82CE44F8C1A}"/>
              </a:ext>
            </a:extLst>
          </p:cNvPr>
          <p:cNvSpPr>
            <a:spLocks noGrp="1"/>
          </p:cNvSpPr>
          <p:nvPr>
            <p:ph type="subTitle" idx="1"/>
          </p:nvPr>
        </p:nvSpPr>
        <p:spPr>
          <a:xfrm>
            <a:off x="1024124" y="5295014"/>
            <a:ext cx="6421705" cy="612010"/>
          </a:xfrm>
        </p:spPr>
        <p:txBody>
          <a:bodyPr>
            <a:normAutofit/>
          </a:bodyPr>
          <a:lstStyle>
            <a:lvl1pPr marL="0" indent="0" algn="ctr">
              <a:spcBef>
                <a:spcPts val="0"/>
              </a:spcBef>
              <a:buNone/>
              <a:defRPr sz="1600">
                <a:solidFill>
                  <a:schemeClr val="bg1">
                    <a:lumMod val="95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8" name="Picture 17">
            <a:extLst>
              <a:ext uri="{FF2B5EF4-FFF2-40B4-BE49-F238E27FC236}">
                <a16:creationId xmlns:a16="http://schemas.microsoft.com/office/drawing/2014/main" id="{D03A6174-EFFF-1F46-9380-490520059FF5}"/>
              </a:ext>
            </a:extLst>
          </p:cNvPr>
          <p:cNvPicPr>
            <a:picLocks noChangeAspect="1"/>
          </p:cNvPicPr>
          <p:nvPr userDrawn="1"/>
        </p:nvPicPr>
        <p:blipFill>
          <a:blip r:embed="rId3"/>
          <a:stretch>
            <a:fillRect/>
          </a:stretch>
        </p:blipFill>
        <p:spPr>
          <a:xfrm>
            <a:off x="200007" y="260343"/>
            <a:ext cx="2553939" cy="654057"/>
          </a:xfrm>
          <a:prstGeom prst="rect">
            <a:avLst/>
          </a:prstGeom>
        </p:spPr>
      </p:pic>
      <p:pic>
        <p:nvPicPr>
          <p:cNvPr id="13" name="Picture 12">
            <a:extLst>
              <a:ext uri="{FF2B5EF4-FFF2-40B4-BE49-F238E27FC236}">
                <a16:creationId xmlns:a16="http://schemas.microsoft.com/office/drawing/2014/main" id="{002B0423-B0BB-7548-9FF1-432CBDCB556B}"/>
              </a:ext>
            </a:extLst>
          </p:cNvPr>
          <p:cNvPicPr>
            <a:picLocks noChangeAspect="1"/>
          </p:cNvPicPr>
          <p:nvPr userDrawn="1"/>
        </p:nvPicPr>
        <p:blipFill>
          <a:blip r:embed="rId4"/>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260376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Kemper 2]">
    <p:bg>
      <p:bgPr>
        <a:blipFill dpi="0" rotWithShape="1">
          <a:blip r:embed="rId2">
            <a:lum/>
          </a:blip>
          <a:srcRect/>
          <a:stretch>
            <a:fillRect t="-9000"/>
          </a:stretch>
        </a:blip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50CC55-3FC7-D24C-A651-D789C81A8CEA}"/>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solidFill>
                <a:schemeClr val="tx1"/>
              </a:solidFill>
            </a:endParaRPr>
          </a:p>
        </p:txBody>
      </p: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63D3E29E-CA26-954B-A10C-DAA64801B65F}"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16" name="Subtitle 2">
            <a:extLst>
              <a:ext uri="{FF2B5EF4-FFF2-40B4-BE49-F238E27FC236}">
                <a16:creationId xmlns:a16="http://schemas.microsoft.com/office/drawing/2014/main" id="{118EB164-E068-2540-9EB4-E82CE44F8C1A}"/>
              </a:ext>
            </a:extLst>
          </p:cNvPr>
          <p:cNvSpPr>
            <a:spLocks noGrp="1"/>
          </p:cNvSpPr>
          <p:nvPr>
            <p:ph type="subTitle" idx="1"/>
          </p:nvPr>
        </p:nvSpPr>
        <p:spPr>
          <a:xfrm>
            <a:off x="1024124" y="5295014"/>
            <a:ext cx="6421705" cy="612010"/>
          </a:xfrm>
          <a:solidFill>
            <a:srgbClr val="B2892A"/>
          </a:solidFill>
          <a:effectLst>
            <a:outerShdw blurRad="800100" dist="254000" dir="5400000" algn="t" rotWithShape="0">
              <a:prstClr val="black">
                <a:alpha val="40000"/>
              </a:prstClr>
            </a:outerShdw>
          </a:effectLst>
        </p:spPr>
        <p:txBody>
          <a:bodyPr>
            <a:normAutofit/>
          </a:bodyPr>
          <a:lstStyle>
            <a:lvl1pPr marL="0" indent="0" algn="ctr">
              <a:spcBef>
                <a:spcPts val="0"/>
              </a:spcBef>
              <a:buNone/>
              <a:defRPr sz="1600">
                <a:solidFill>
                  <a:schemeClr val="bg1">
                    <a:lumMod val="95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8" name="Picture 17">
            <a:extLst>
              <a:ext uri="{FF2B5EF4-FFF2-40B4-BE49-F238E27FC236}">
                <a16:creationId xmlns:a16="http://schemas.microsoft.com/office/drawing/2014/main" id="{D03A6174-EFFF-1F46-9380-490520059FF5}"/>
              </a:ext>
            </a:extLst>
          </p:cNvPr>
          <p:cNvPicPr>
            <a:picLocks noChangeAspect="1"/>
          </p:cNvPicPr>
          <p:nvPr userDrawn="1"/>
        </p:nvPicPr>
        <p:blipFill>
          <a:blip r:embed="rId3"/>
          <a:stretch>
            <a:fillRect/>
          </a:stretch>
        </p:blipFill>
        <p:spPr>
          <a:xfrm>
            <a:off x="200007" y="260343"/>
            <a:ext cx="2553939" cy="654057"/>
          </a:xfrm>
          <a:prstGeom prst="rect">
            <a:avLst/>
          </a:prstGeom>
        </p:spPr>
      </p:pic>
      <p:sp>
        <p:nvSpPr>
          <p:cNvPr id="13" name="Title 1">
            <a:extLst>
              <a:ext uri="{FF2B5EF4-FFF2-40B4-BE49-F238E27FC236}">
                <a16:creationId xmlns:a16="http://schemas.microsoft.com/office/drawing/2014/main" id="{D93D3C83-DCF4-614A-8C1F-8B2A3157D9C2}"/>
              </a:ext>
            </a:extLst>
          </p:cNvPr>
          <p:cNvSpPr>
            <a:spLocks noGrp="1"/>
          </p:cNvSpPr>
          <p:nvPr>
            <p:ph type="ctrTitle"/>
          </p:nvPr>
        </p:nvSpPr>
        <p:spPr>
          <a:xfrm>
            <a:off x="1024124" y="3251200"/>
            <a:ext cx="6421705" cy="2043814"/>
          </a:xfrm>
          <a:solidFill>
            <a:srgbClr val="B2892A"/>
          </a:solidFill>
        </p:spPr>
        <p:txBody>
          <a:bodyPr anchor="ctr">
            <a:normAutofit/>
          </a:bodyPr>
          <a:lstStyle>
            <a:lvl1pPr algn="ctr">
              <a:defRPr sz="40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pic>
        <p:nvPicPr>
          <p:cNvPr id="14" name="Picture 13">
            <a:extLst>
              <a:ext uri="{FF2B5EF4-FFF2-40B4-BE49-F238E27FC236}">
                <a16:creationId xmlns:a16="http://schemas.microsoft.com/office/drawing/2014/main" id="{78B1B547-C8D0-A340-B3CB-6B9E31F093AD}"/>
              </a:ext>
            </a:extLst>
          </p:cNvPr>
          <p:cNvPicPr>
            <a:picLocks noChangeAspect="1"/>
          </p:cNvPicPr>
          <p:nvPr userDrawn="1"/>
        </p:nvPicPr>
        <p:blipFill>
          <a:blip r:embed="rId4"/>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285912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Kemper 3]">
    <p:bg>
      <p:bgPr>
        <a:blipFill dpi="0" rotWithShape="1">
          <a:blip r:embed="rId2">
            <a:lum/>
          </a:blip>
          <a:srcRect/>
          <a:stretch>
            <a:fillRect t="-9000"/>
          </a:stretch>
        </a:blip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50CC55-3FC7-D24C-A651-D789C81A8CEA}"/>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solidFill>
                <a:schemeClr val="tx1"/>
              </a:solidFill>
            </a:endParaRPr>
          </a:p>
        </p:txBody>
      </p: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F5DB035A-C576-4B41-8AA7-7911912653C6}"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15" name="Title 1">
            <a:extLst>
              <a:ext uri="{FF2B5EF4-FFF2-40B4-BE49-F238E27FC236}">
                <a16:creationId xmlns:a16="http://schemas.microsoft.com/office/drawing/2014/main" id="{9D1EBDC8-5CD2-AC48-B9DD-87B73FE65906}"/>
              </a:ext>
            </a:extLst>
          </p:cNvPr>
          <p:cNvSpPr>
            <a:spLocks noGrp="1"/>
          </p:cNvSpPr>
          <p:nvPr>
            <p:ph type="ctrTitle"/>
          </p:nvPr>
        </p:nvSpPr>
        <p:spPr>
          <a:xfrm>
            <a:off x="1024124" y="3251199"/>
            <a:ext cx="6421705" cy="2434590"/>
          </a:xfrm>
        </p:spPr>
        <p:txBody>
          <a:bodyPr anchor="ctr">
            <a:normAutofit/>
          </a:bodyPr>
          <a:lstStyle>
            <a:lvl1pPr algn="ctr">
              <a:defRPr sz="40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118EB164-E068-2540-9EB4-E82CE44F8C1A}"/>
              </a:ext>
            </a:extLst>
          </p:cNvPr>
          <p:cNvSpPr>
            <a:spLocks noGrp="1"/>
          </p:cNvSpPr>
          <p:nvPr>
            <p:ph type="subTitle" idx="1"/>
          </p:nvPr>
        </p:nvSpPr>
        <p:spPr>
          <a:xfrm>
            <a:off x="1024124" y="5295014"/>
            <a:ext cx="6421705" cy="612010"/>
          </a:xfrm>
        </p:spPr>
        <p:txBody>
          <a:bodyPr>
            <a:normAutofit/>
          </a:bodyPr>
          <a:lstStyle>
            <a:lvl1pPr marL="0" indent="0" algn="ctr">
              <a:spcBef>
                <a:spcPts val="0"/>
              </a:spcBef>
              <a:buNone/>
              <a:defRPr sz="1600">
                <a:solidFill>
                  <a:schemeClr val="bg1">
                    <a:lumMod val="95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8" name="Picture 17">
            <a:extLst>
              <a:ext uri="{FF2B5EF4-FFF2-40B4-BE49-F238E27FC236}">
                <a16:creationId xmlns:a16="http://schemas.microsoft.com/office/drawing/2014/main" id="{D03A6174-EFFF-1F46-9380-490520059FF5}"/>
              </a:ext>
            </a:extLst>
          </p:cNvPr>
          <p:cNvPicPr>
            <a:picLocks noChangeAspect="1"/>
          </p:cNvPicPr>
          <p:nvPr userDrawn="1"/>
        </p:nvPicPr>
        <p:blipFill>
          <a:blip r:embed="rId3"/>
          <a:stretch>
            <a:fillRect/>
          </a:stretch>
        </p:blipFill>
        <p:spPr>
          <a:xfrm>
            <a:off x="200007" y="260343"/>
            <a:ext cx="2553939" cy="654057"/>
          </a:xfrm>
          <a:prstGeom prst="rect">
            <a:avLst/>
          </a:prstGeom>
        </p:spPr>
      </p:pic>
      <p:pic>
        <p:nvPicPr>
          <p:cNvPr id="12" name="Picture 11">
            <a:extLst>
              <a:ext uri="{FF2B5EF4-FFF2-40B4-BE49-F238E27FC236}">
                <a16:creationId xmlns:a16="http://schemas.microsoft.com/office/drawing/2014/main" id="{0BAE52E3-41E2-5C4D-A60B-F430687D84BE}"/>
              </a:ext>
            </a:extLst>
          </p:cNvPr>
          <p:cNvPicPr>
            <a:picLocks noChangeAspect="1"/>
          </p:cNvPicPr>
          <p:nvPr userDrawn="1"/>
        </p:nvPicPr>
        <p:blipFill>
          <a:blip r:embed="rId4"/>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1720276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blue ucd grey ba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AF672C9-2476-2845-9332-95815999EAED}"/>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3D19A529-1DCD-8840-B968-8AFB96414ABC}"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15" name="Title 1">
            <a:extLst>
              <a:ext uri="{FF2B5EF4-FFF2-40B4-BE49-F238E27FC236}">
                <a16:creationId xmlns:a16="http://schemas.microsoft.com/office/drawing/2014/main" id="{9D1EBDC8-5CD2-AC48-B9DD-87B73FE659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6" name="Subtitle 2">
            <a:extLst>
              <a:ext uri="{FF2B5EF4-FFF2-40B4-BE49-F238E27FC236}">
                <a16:creationId xmlns:a16="http://schemas.microsoft.com/office/drawing/2014/main" id="{118EB164-E068-2540-9EB4-E82CE44F8C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8" name="Picture 17">
            <a:extLst>
              <a:ext uri="{FF2B5EF4-FFF2-40B4-BE49-F238E27FC236}">
                <a16:creationId xmlns:a16="http://schemas.microsoft.com/office/drawing/2014/main" id="{D03A6174-EFFF-1F46-9380-490520059FF5}"/>
              </a:ext>
            </a:extLst>
          </p:cNvPr>
          <p:cNvPicPr>
            <a:picLocks noChangeAspect="1"/>
          </p:cNvPicPr>
          <p:nvPr userDrawn="1"/>
        </p:nvPicPr>
        <p:blipFill>
          <a:blip r:embed="rId2"/>
          <a:stretch>
            <a:fillRect/>
          </a:stretch>
        </p:blipFill>
        <p:spPr>
          <a:xfrm>
            <a:off x="200007" y="260343"/>
            <a:ext cx="2553939" cy="654057"/>
          </a:xfrm>
          <a:prstGeom prst="rect">
            <a:avLst/>
          </a:prstGeom>
        </p:spPr>
      </p:pic>
      <p:pic>
        <p:nvPicPr>
          <p:cNvPr id="23" name="Picture 22">
            <a:extLst>
              <a:ext uri="{FF2B5EF4-FFF2-40B4-BE49-F238E27FC236}">
                <a16:creationId xmlns:a16="http://schemas.microsoft.com/office/drawing/2014/main" id="{2520ABD7-BA60-1945-93A3-45FF5183747F}"/>
              </a:ext>
            </a:extLst>
          </p:cNvPr>
          <p:cNvPicPr>
            <a:picLocks noChangeAspect="1"/>
          </p:cNvPicPr>
          <p:nvPr userDrawn="1"/>
        </p:nvPicPr>
        <p:blipFill>
          <a:blip r:embed="rId3"/>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1536666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gold ucd grey ba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AF672C9-2476-2845-9332-95815999EAED}"/>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4462F450-E32B-9E40-ACDE-AE7CBB37AB86}"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15" name="Title 1">
            <a:extLst>
              <a:ext uri="{FF2B5EF4-FFF2-40B4-BE49-F238E27FC236}">
                <a16:creationId xmlns:a16="http://schemas.microsoft.com/office/drawing/2014/main" id="{9D1EBDC8-5CD2-AC48-B9DD-87B73FE659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118EB164-E068-2540-9EB4-E82CE44F8C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233D55CF-743C-4744-8775-F4AA81E81A7E}"/>
              </a:ext>
            </a:extLst>
          </p:cNvPr>
          <p:cNvPicPr>
            <a:picLocks noChangeAspect="1"/>
          </p:cNvPicPr>
          <p:nvPr userDrawn="1"/>
        </p:nvPicPr>
        <p:blipFill>
          <a:blip r:embed="rId2"/>
          <a:stretch>
            <a:fillRect/>
          </a:stretch>
        </p:blipFill>
        <p:spPr>
          <a:xfrm>
            <a:off x="200007" y="260343"/>
            <a:ext cx="2553939" cy="654058"/>
          </a:xfrm>
          <a:prstGeom prst="rect">
            <a:avLst/>
          </a:prstGeom>
        </p:spPr>
      </p:pic>
      <p:pic>
        <p:nvPicPr>
          <p:cNvPr id="14" name="Picture 13">
            <a:extLst>
              <a:ext uri="{FF2B5EF4-FFF2-40B4-BE49-F238E27FC236}">
                <a16:creationId xmlns:a16="http://schemas.microsoft.com/office/drawing/2014/main" id="{25C4F673-1BB3-9A4F-B216-D2614ABB778D}"/>
              </a:ext>
            </a:extLst>
          </p:cNvPr>
          <p:cNvPicPr>
            <a:picLocks noChangeAspect="1"/>
          </p:cNvPicPr>
          <p:nvPr userDrawn="1"/>
        </p:nvPicPr>
        <p:blipFill>
          <a:blip r:embed="rId3"/>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1678517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blue ucd blue ba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AF672C9-2476-2845-9332-95815999EAED}"/>
              </a:ext>
            </a:extLst>
          </p:cNvPr>
          <p:cNvSpPr/>
          <p:nvPr userDrawn="1"/>
        </p:nvSpPr>
        <p:spPr>
          <a:xfrm>
            <a:off x="0" y="5715000"/>
            <a:ext cx="12192000" cy="1143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3D19A529-1DCD-8840-B968-8AFB96414ABC}"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15" name="Title 1">
            <a:extLst>
              <a:ext uri="{FF2B5EF4-FFF2-40B4-BE49-F238E27FC236}">
                <a16:creationId xmlns:a16="http://schemas.microsoft.com/office/drawing/2014/main" id="{9D1EBDC8-5CD2-AC48-B9DD-87B73FE659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6" name="Subtitle 2">
            <a:extLst>
              <a:ext uri="{FF2B5EF4-FFF2-40B4-BE49-F238E27FC236}">
                <a16:creationId xmlns:a16="http://schemas.microsoft.com/office/drawing/2014/main" id="{118EB164-E068-2540-9EB4-E82CE44F8C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8" name="Picture 17">
            <a:extLst>
              <a:ext uri="{FF2B5EF4-FFF2-40B4-BE49-F238E27FC236}">
                <a16:creationId xmlns:a16="http://schemas.microsoft.com/office/drawing/2014/main" id="{D03A6174-EFFF-1F46-9380-490520059FF5}"/>
              </a:ext>
            </a:extLst>
          </p:cNvPr>
          <p:cNvPicPr>
            <a:picLocks noChangeAspect="1"/>
          </p:cNvPicPr>
          <p:nvPr userDrawn="1"/>
        </p:nvPicPr>
        <p:blipFill>
          <a:blip r:embed="rId2"/>
          <a:stretch>
            <a:fillRect/>
          </a:stretch>
        </p:blipFill>
        <p:spPr>
          <a:xfrm>
            <a:off x="200007" y="260343"/>
            <a:ext cx="2553939" cy="654057"/>
          </a:xfrm>
          <a:prstGeom prst="rect">
            <a:avLst/>
          </a:prstGeom>
        </p:spPr>
      </p:pic>
      <p:pic>
        <p:nvPicPr>
          <p:cNvPr id="23" name="Picture 22">
            <a:extLst>
              <a:ext uri="{FF2B5EF4-FFF2-40B4-BE49-F238E27FC236}">
                <a16:creationId xmlns:a16="http://schemas.microsoft.com/office/drawing/2014/main" id="{2520ABD7-BA60-1945-93A3-45FF5183747F}"/>
              </a:ext>
            </a:extLst>
          </p:cNvPr>
          <p:cNvPicPr>
            <a:picLocks noChangeAspect="1"/>
          </p:cNvPicPr>
          <p:nvPr userDrawn="1"/>
        </p:nvPicPr>
        <p:blipFill>
          <a:blip r:embed="rId3"/>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3174982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gold ucd blue ba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AF672C9-2476-2845-9332-95815999EAED}"/>
              </a:ext>
            </a:extLst>
          </p:cNvPr>
          <p:cNvSpPr/>
          <p:nvPr userDrawn="1"/>
        </p:nvSpPr>
        <p:spPr>
          <a:xfrm>
            <a:off x="0" y="5715000"/>
            <a:ext cx="12192000" cy="1143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4" name="Date Placeholder 3">
            <a:extLst>
              <a:ext uri="{FF2B5EF4-FFF2-40B4-BE49-F238E27FC236}">
                <a16:creationId xmlns:a16="http://schemas.microsoft.com/office/drawing/2014/main" id="{56B32093-D600-254E-A3EC-8463C6D94909}"/>
              </a:ext>
            </a:extLst>
          </p:cNvPr>
          <p:cNvSpPr>
            <a:spLocks noGrp="1"/>
          </p:cNvSpPr>
          <p:nvPr>
            <p:ph type="dt" sz="half" idx="10"/>
          </p:nvPr>
        </p:nvSpPr>
        <p:spPr/>
        <p:txBody>
          <a:bodyPr/>
          <a:lstStyle>
            <a:lvl1pPr>
              <a:defRPr>
                <a:solidFill>
                  <a:schemeClr val="bg1">
                    <a:lumMod val="85000"/>
                  </a:schemeClr>
                </a:solidFill>
              </a:defRPr>
            </a:lvl1pPr>
          </a:lstStyle>
          <a:p>
            <a:fld id="{4462F450-E32B-9E40-ACDE-AE7CBB37AB86}" type="datetime1">
              <a:rPr lang="en-US" smtClean="0"/>
              <a:t>9/17/2026</a:t>
            </a:fld>
            <a:endParaRPr lang="en-US" dirty="0"/>
          </a:p>
        </p:txBody>
      </p:sp>
      <p:sp>
        <p:nvSpPr>
          <p:cNvPr id="5" name="Footer Placeholder 4">
            <a:extLst>
              <a:ext uri="{FF2B5EF4-FFF2-40B4-BE49-F238E27FC236}">
                <a16:creationId xmlns:a16="http://schemas.microsoft.com/office/drawing/2014/main" id="{8740200E-9C63-4B4A-8934-6043F6F1C92A}"/>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F3072E95-0D9E-E945-BD6D-EBF713393E7E}"/>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15" name="Title 1">
            <a:extLst>
              <a:ext uri="{FF2B5EF4-FFF2-40B4-BE49-F238E27FC236}">
                <a16:creationId xmlns:a16="http://schemas.microsoft.com/office/drawing/2014/main" id="{9D1EBDC8-5CD2-AC48-B9DD-87B73FE659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118EB164-E068-2540-9EB4-E82CE44F8C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233D55CF-743C-4744-8775-F4AA81E81A7E}"/>
              </a:ext>
            </a:extLst>
          </p:cNvPr>
          <p:cNvPicPr>
            <a:picLocks noChangeAspect="1"/>
          </p:cNvPicPr>
          <p:nvPr userDrawn="1"/>
        </p:nvPicPr>
        <p:blipFill>
          <a:blip r:embed="rId2"/>
          <a:stretch>
            <a:fillRect/>
          </a:stretch>
        </p:blipFill>
        <p:spPr>
          <a:xfrm>
            <a:off x="200007" y="260343"/>
            <a:ext cx="2553939" cy="654058"/>
          </a:xfrm>
          <a:prstGeom prst="rect">
            <a:avLst/>
          </a:prstGeom>
        </p:spPr>
      </p:pic>
      <p:pic>
        <p:nvPicPr>
          <p:cNvPr id="14" name="Picture 13">
            <a:extLst>
              <a:ext uri="{FF2B5EF4-FFF2-40B4-BE49-F238E27FC236}">
                <a16:creationId xmlns:a16="http://schemas.microsoft.com/office/drawing/2014/main" id="{25C4F673-1BB3-9A4F-B216-D2614ABB778D}"/>
              </a:ext>
            </a:extLst>
          </p:cNvPr>
          <p:cNvPicPr>
            <a:picLocks noChangeAspect="1"/>
          </p:cNvPicPr>
          <p:nvPr userDrawn="1"/>
        </p:nvPicPr>
        <p:blipFill>
          <a:blip r:embed="rId3"/>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3067737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1416E-23B6-6143-B9B7-576C64656B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8FA357-8FB4-014C-A5AB-C5293C1C5C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D22945-030F-814D-BC83-B8F2F7354BE7}"/>
              </a:ext>
            </a:extLst>
          </p:cNvPr>
          <p:cNvSpPr>
            <a:spLocks noGrp="1"/>
          </p:cNvSpPr>
          <p:nvPr>
            <p:ph type="dt" sz="half" idx="10"/>
          </p:nvPr>
        </p:nvSpPr>
        <p:spPr/>
        <p:txBody>
          <a:bodyPr/>
          <a:lstStyle/>
          <a:p>
            <a:fld id="{53A3242E-6C92-0C44-8E81-A3F105E4844B}" type="datetime1">
              <a:rPr lang="en-US" smtClean="0"/>
              <a:t>9/17/2026</a:t>
            </a:fld>
            <a:endParaRPr lang="en-US" dirty="0"/>
          </a:p>
        </p:txBody>
      </p:sp>
      <p:sp>
        <p:nvSpPr>
          <p:cNvPr id="5" name="Footer Placeholder 4">
            <a:extLst>
              <a:ext uri="{FF2B5EF4-FFF2-40B4-BE49-F238E27FC236}">
                <a16:creationId xmlns:a16="http://schemas.microsoft.com/office/drawing/2014/main" id="{85622A4A-2475-F741-83D5-FA874ACCF10A}"/>
              </a:ext>
            </a:extLst>
          </p:cNvPr>
          <p:cNvSpPr>
            <a:spLocks noGrp="1"/>
          </p:cNvSpPr>
          <p:nvPr>
            <p:ph type="ftr" sz="quarter" idx="11"/>
          </p:nvPr>
        </p:nvSpPr>
        <p:spPr/>
        <p:txBody>
          <a:bodyPr/>
          <a:lstStyle/>
          <a:p>
            <a:r>
              <a:rPr lang="en-US" dirty="0"/>
              <a:t>All Rights Reserved</a:t>
            </a:r>
          </a:p>
        </p:txBody>
      </p:sp>
      <p:sp>
        <p:nvSpPr>
          <p:cNvPr id="6" name="Slide Number Placeholder 5">
            <a:extLst>
              <a:ext uri="{FF2B5EF4-FFF2-40B4-BE49-F238E27FC236}">
                <a16:creationId xmlns:a16="http://schemas.microsoft.com/office/drawing/2014/main" id="{F26384B3-E98E-F346-B798-6409830D8D62}"/>
              </a:ext>
            </a:extLst>
          </p:cNvPr>
          <p:cNvSpPr>
            <a:spLocks noGrp="1"/>
          </p:cNvSpPr>
          <p:nvPr>
            <p:ph type="sldNum" sz="quarter" idx="12"/>
          </p:nvPr>
        </p:nvSpPr>
        <p:spPr/>
        <p:txBody>
          <a:bodyPr/>
          <a:lstStyle/>
          <a:p>
            <a:fld id="{ED9688CE-63DC-1743-BB7A-BBD3733C53A7}" type="slidenum">
              <a:rPr lang="en-US" smtClean="0"/>
              <a:t>‹#›</a:t>
            </a:fld>
            <a:endParaRPr lang="en-US" dirty="0"/>
          </a:p>
        </p:txBody>
      </p:sp>
      <p:sp>
        <p:nvSpPr>
          <p:cNvPr id="7" name="Rectangle 6">
            <a:extLst>
              <a:ext uri="{FF2B5EF4-FFF2-40B4-BE49-F238E27FC236}">
                <a16:creationId xmlns:a16="http://schemas.microsoft.com/office/drawing/2014/main" id="{CA613638-F570-6140-9411-EDE9A9BB833F}"/>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2F621980-A898-7147-A4A0-BD887F240F92}"/>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Tree>
    <p:extLst>
      <p:ext uri="{BB962C8B-B14F-4D97-AF65-F5344CB8AC3E}">
        <p14:creationId xmlns:p14="http://schemas.microsoft.com/office/powerpoint/2010/main" val="621183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sm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1416E-23B6-6143-B9B7-576C64656B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8FA357-8FB4-014C-A5AB-C5293C1C5C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D22945-030F-814D-BC83-B8F2F7354BE7}"/>
              </a:ext>
            </a:extLst>
          </p:cNvPr>
          <p:cNvSpPr>
            <a:spLocks noGrp="1"/>
          </p:cNvSpPr>
          <p:nvPr>
            <p:ph type="dt" sz="half" idx="10"/>
          </p:nvPr>
        </p:nvSpPr>
        <p:spPr/>
        <p:txBody>
          <a:bodyPr/>
          <a:lstStyle/>
          <a:p>
            <a:fld id="{53A3242E-6C92-0C44-8E81-A3F105E4844B}" type="datetime1">
              <a:rPr lang="en-US" smtClean="0"/>
              <a:t>9/17/2026</a:t>
            </a:fld>
            <a:endParaRPr lang="en-US" dirty="0"/>
          </a:p>
        </p:txBody>
      </p:sp>
      <p:sp>
        <p:nvSpPr>
          <p:cNvPr id="5" name="Footer Placeholder 4">
            <a:extLst>
              <a:ext uri="{FF2B5EF4-FFF2-40B4-BE49-F238E27FC236}">
                <a16:creationId xmlns:a16="http://schemas.microsoft.com/office/drawing/2014/main" id="{85622A4A-2475-F741-83D5-FA874ACCF10A}"/>
              </a:ext>
            </a:extLst>
          </p:cNvPr>
          <p:cNvSpPr>
            <a:spLocks noGrp="1"/>
          </p:cNvSpPr>
          <p:nvPr>
            <p:ph type="ftr" sz="quarter" idx="11"/>
          </p:nvPr>
        </p:nvSpPr>
        <p:spPr/>
        <p:txBody>
          <a:bodyPr/>
          <a:lstStyle/>
          <a:p>
            <a:r>
              <a:rPr lang="en-US" dirty="0"/>
              <a:t>All Rights Reserved</a:t>
            </a:r>
          </a:p>
        </p:txBody>
      </p:sp>
      <p:sp>
        <p:nvSpPr>
          <p:cNvPr id="7" name="Rectangle 6">
            <a:extLst>
              <a:ext uri="{FF2B5EF4-FFF2-40B4-BE49-F238E27FC236}">
                <a16:creationId xmlns:a16="http://schemas.microsoft.com/office/drawing/2014/main" id="{CA613638-F570-6140-9411-EDE9A9BB833F}"/>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2F621980-A898-7147-A4A0-BD887F240F92}"/>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Slide Number Placeholder 3">
            <a:extLst>
              <a:ext uri="{FF2B5EF4-FFF2-40B4-BE49-F238E27FC236}">
                <a16:creationId xmlns:a16="http://schemas.microsoft.com/office/drawing/2014/main" id="{B1BA9BAD-E452-CC48-A696-744DF131F9EC}"/>
              </a:ext>
            </a:extLst>
          </p:cNvPr>
          <p:cNvSpPr>
            <a:spLocks noGrp="1"/>
          </p:cNvSpPr>
          <p:nvPr>
            <p:ph type="sldNum" sz="quarter" idx="12"/>
          </p:nvPr>
        </p:nvSpPr>
        <p:spPr>
          <a:xfrm>
            <a:off x="8610599" y="6356350"/>
            <a:ext cx="1877613" cy="365125"/>
          </a:xfrm>
        </p:spPr>
        <p:txBody>
          <a:bodyPr/>
          <a:lstStyle/>
          <a:p>
            <a:fld id="{ED9688CE-63DC-1743-BB7A-BBD3733C53A7}" type="slidenum">
              <a:rPr lang="en-US" smtClean="0"/>
              <a:t>‹#›</a:t>
            </a:fld>
            <a:endParaRPr lang="en-US" dirty="0"/>
          </a:p>
        </p:txBody>
      </p:sp>
      <p:pic>
        <p:nvPicPr>
          <p:cNvPr id="12" name="Picture 11" descr="LOGO_LARGE.png">
            <a:extLst>
              <a:ext uri="{FF2B5EF4-FFF2-40B4-BE49-F238E27FC236}">
                <a16:creationId xmlns:a16="http://schemas.microsoft.com/office/drawing/2014/main" id="{476414B5-B3E0-C74D-B600-38B8F5EFD6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88212" y="6255216"/>
            <a:ext cx="1691596" cy="527091"/>
          </a:xfrm>
          <a:prstGeom prst="roundRect">
            <a:avLst>
              <a:gd name="adj" fmla="val 7666"/>
            </a:avLst>
          </a:prstGeom>
          <a:noFill/>
          <a:ln>
            <a:noFill/>
          </a:ln>
          <a:effectLst/>
        </p:spPr>
      </p:pic>
    </p:spTree>
    <p:extLst>
      <p:ext uri="{BB962C8B-B14F-4D97-AF65-F5344CB8AC3E}">
        <p14:creationId xmlns:p14="http://schemas.microsoft.com/office/powerpoint/2010/main" val="41713343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large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1416E-23B6-6143-B9B7-576C64656B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8FA357-8FB4-014C-A5AB-C5293C1C5C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D22945-030F-814D-BC83-B8F2F7354BE7}"/>
              </a:ext>
            </a:extLst>
          </p:cNvPr>
          <p:cNvSpPr>
            <a:spLocks noGrp="1"/>
          </p:cNvSpPr>
          <p:nvPr>
            <p:ph type="dt" sz="half" idx="10"/>
          </p:nvPr>
        </p:nvSpPr>
        <p:spPr/>
        <p:txBody>
          <a:bodyPr/>
          <a:lstStyle/>
          <a:p>
            <a:fld id="{53A3242E-6C92-0C44-8E81-A3F105E4844B}" type="datetime1">
              <a:rPr lang="en-US" smtClean="0"/>
              <a:t>9/17/2026</a:t>
            </a:fld>
            <a:endParaRPr lang="en-US" dirty="0"/>
          </a:p>
        </p:txBody>
      </p:sp>
      <p:sp>
        <p:nvSpPr>
          <p:cNvPr id="5" name="Footer Placeholder 4">
            <a:extLst>
              <a:ext uri="{FF2B5EF4-FFF2-40B4-BE49-F238E27FC236}">
                <a16:creationId xmlns:a16="http://schemas.microsoft.com/office/drawing/2014/main" id="{85622A4A-2475-F741-83D5-FA874ACCF10A}"/>
              </a:ext>
            </a:extLst>
          </p:cNvPr>
          <p:cNvSpPr>
            <a:spLocks noGrp="1"/>
          </p:cNvSpPr>
          <p:nvPr>
            <p:ph type="ftr" sz="quarter" idx="11"/>
          </p:nvPr>
        </p:nvSpPr>
        <p:spPr/>
        <p:txBody>
          <a:bodyPr/>
          <a:lstStyle/>
          <a:p>
            <a:r>
              <a:rPr lang="en-US" dirty="0"/>
              <a:t>All Rights Reserved</a:t>
            </a:r>
          </a:p>
        </p:txBody>
      </p:sp>
      <p:sp>
        <p:nvSpPr>
          <p:cNvPr id="7" name="Rectangle 6">
            <a:extLst>
              <a:ext uri="{FF2B5EF4-FFF2-40B4-BE49-F238E27FC236}">
                <a16:creationId xmlns:a16="http://schemas.microsoft.com/office/drawing/2014/main" id="{CA613638-F570-6140-9411-EDE9A9BB833F}"/>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2F621980-A898-7147-A4A0-BD887F240F92}"/>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Slide Number Placeholder 3">
            <a:extLst>
              <a:ext uri="{FF2B5EF4-FFF2-40B4-BE49-F238E27FC236}">
                <a16:creationId xmlns:a16="http://schemas.microsoft.com/office/drawing/2014/main" id="{6739AB04-46EF-0446-B8FA-8D8317AE80EC}"/>
              </a:ext>
            </a:extLst>
          </p:cNvPr>
          <p:cNvSpPr>
            <a:spLocks noGrp="1"/>
          </p:cNvSpPr>
          <p:nvPr>
            <p:ph type="sldNum" sz="quarter" idx="12"/>
          </p:nvPr>
        </p:nvSpPr>
        <p:spPr>
          <a:xfrm>
            <a:off x="8610599" y="6356350"/>
            <a:ext cx="1045465" cy="365125"/>
          </a:xfrm>
        </p:spPr>
        <p:txBody>
          <a:bodyPr/>
          <a:lstStyle/>
          <a:p>
            <a:fld id="{ED9688CE-63DC-1743-BB7A-BBD3733C53A7}" type="slidenum">
              <a:rPr lang="en-US" smtClean="0"/>
              <a:t>‹#›</a:t>
            </a:fld>
            <a:endParaRPr lang="en-US" dirty="0"/>
          </a:p>
        </p:txBody>
      </p:sp>
      <p:pic>
        <p:nvPicPr>
          <p:cNvPr id="10" name="Picture 9" descr="LOGO_LARGE.png">
            <a:extLst>
              <a:ext uri="{FF2B5EF4-FFF2-40B4-BE49-F238E27FC236}">
                <a16:creationId xmlns:a16="http://schemas.microsoft.com/office/drawing/2014/main" id="{319C4FBD-EA39-D447-9346-6D4B72AEA1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6064" y="5995924"/>
            <a:ext cx="2523744" cy="786384"/>
          </a:xfrm>
          <a:prstGeom prst="roundRect">
            <a:avLst>
              <a:gd name="adj" fmla="val 7666"/>
            </a:avLst>
          </a:prstGeom>
          <a:noFill/>
          <a:ln>
            <a:noFill/>
          </a:ln>
          <a:effectLst/>
        </p:spPr>
      </p:pic>
    </p:spTree>
    <p:extLst>
      <p:ext uri="{BB962C8B-B14F-4D97-AF65-F5344CB8AC3E}">
        <p14:creationId xmlns:p14="http://schemas.microsoft.com/office/powerpoint/2010/main" val="3062022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grey 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1416E-23B6-6143-B9B7-576C64656B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8FA357-8FB4-014C-A5AB-C5293C1C5CF0}"/>
              </a:ext>
            </a:extLst>
          </p:cNvPr>
          <p:cNvSpPr>
            <a:spLocks noGrp="1"/>
          </p:cNvSpPr>
          <p:nvPr>
            <p:ph type="body" idx="1"/>
          </p:nvPr>
        </p:nvSpPr>
        <p:spPr>
          <a:xfrm>
            <a:off x="831850" y="4589463"/>
            <a:ext cx="10515600" cy="1125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Rectangle 6">
            <a:extLst>
              <a:ext uri="{FF2B5EF4-FFF2-40B4-BE49-F238E27FC236}">
                <a16:creationId xmlns:a16="http://schemas.microsoft.com/office/drawing/2014/main" id="{CA613638-F570-6140-9411-EDE9A9BB833F}"/>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2F621980-A898-7147-A4A0-BD887F240F92}"/>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Rectangle 9">
            <a:extLst>
              <a:ext uri="{FF2B5EF4-FFF2-40B4-BE49-F238E27FC236}">
                <a16:creationId xmlns:a16="http://schemas.microsoft.com/office/drawing/2014/main" id="{4677F1B6-448B-6648-A62A-76CB8F022581}"/>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3" name="Date Placeholder 1">
            <a:extLst>
              <a:ext uri="{FF2B5EF4-FFF2-40B4-BE49-F238E27FC236}">
                <a16:creationId xmlns:a16="http://schemas.microsoft.com/office/drawing/2014/main" id="{46C0C1A1-8827-054E-A89E-888326E143A2}"/>
              </a:ext>
            </a:extLst>
          </p:cNvPr>
          <p:cNvSpPr>
            <a:spLocks noGrp="1"/>
          </p:cNvSpPr>
          <p:nvPr>
            <p:ph type="dt" sz="half" idx="10"/>
          </p:nvPr>
        </p:nvSpPr>
        <p:spPr>
          <a:xfrm>
            <a:off x="543697" y="6356350"/>
            <a:ext cx="3037703" cy="365125"/>
          </a:xfrm>
        </p:spPr>
        <p:txBody>
          <a:bodyPr/>
          <a:lstStyle>
            <a:lvl1pPr>
              <a:defRPr>
                <a:solidFill>
                  <a:schemeClr val="bg1">
                    <a:lumMod val="85000"/>
                  </a:schemeClr>
                </a:solidFill>
              </a:defRPr>
            </a:lvl1pPr>
          </a:lstStyle>
          <a:p>
            <a:fld id="{7B695056-B814-DA46-BABE-C26A7FB50DF0}" type="datetime1">
              <a:rPr lang="en-US" smtClean="0"/>
              <a:t>9/17/2026</a:t>
            </a:fld>
            <a:endParaRPr lang="en-US" dirty="0"/>
          </a:p>
        </p:txBody>
      </p:sp>
      <p:sp>
        <p:nvSpPr>
          <p:cNvPr id="14" name="Footer Placeholder 2">
            <a:extLst>
              <a:ext uri="{FF2B5EF4-FFF2-40B4-BE49-F238E27FC236}">
                <a16:creationId xmlns:a16="http://schemas.microsoft.com/office/drawing/2014/main" id="{85DF1983-1B5F-BF49-BA43-4616349826BE}"/>
              </a:ext>
            </a:extLst>
          </p:cNvPr>
          <p:cNvSpPr>
            <a:spLocks noGrp="1"/>
          </p:cNvSpPr>
          <p:nvPr>
            <p:ph type="ftr" sz="quarter" idx="11"/>
          </p:nvPr>
        </p:nvSpPr>
        <p:spPr>
          <a:xfrm>
            <a:off x="4038600" y="6356350"/>
            <a:ext cx="4114800" cy="365125"/>
          </a:xfrm>
        </p:spPr>
        <p:txBody>
          <a:bodyPr/>
          <a:lstStyle>
            <a:lvl1pPr>
              <a:defRPr>
                <a:solidFill>
                  <a:schemeClr val="bg1">
                    <a:lumMod val="85000"/>
                  </a:schemeClr>
                </a:solidFill>
              </a:defRPr>
            </a:lvl1pPr>
          </a:lstStyle>
          <a:p>
            <a:r>
              <a:rPr lang="en-US" dirty="0"/>
              <a:t>All Rights Reserved</a:t>
            </a:r>
          </a:p>
        </p:txBody>
      </p:sp>
      <p:sp>
        <p:nvSpPr>
          <p:cNvPr id="15" name="Slide Number Placeholder 3">
            <a:extLst>
              <a:ext uri="{FF2B5EF4-FFF2-40B4-BE49-F238E27FC236}">
                <a16:creationId xmlns:a16="http://schemas.microsoft.com/office/drawing/2014/main" id="{F1B9267C-7155-1645-A819-E5AF3C943931}"/>
              </a:ext>
            </a:extLst>
          </p:cNvPr>
          <p:cNvSpPr>
            <a:spLocks noGrp="1"/>
          </p:cNvSpPr>
          <p:nvPr>
            <p:ph type="sldNum" sz="quarter" idx="12"/>
          </p:nvPr>
        </p:nvSpPr>
        <p:spPr>
          <a:xfrm>
            <a:off x="8610600" y="6356350"/>
            <a:ext cx="1045464"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pic>
        <p:nvPicPr>
          <p:cNvPr id="16" name="Picture 15">
            <a:extLst>
              <a:ext uri="{FF2B5EF4-FFF2-40B4-BE49-F238E27FC236}">
                <a16:creationId xmlns:a16="http://schemas.microsoft.com/office/drawing/2014/main" id="{661047EA-B8B4-6944-8762-F99567A06B99}"/>
              </a:ext>
            </a:extLst>
          </p:cNvPr>
          <p:cNvPicPr>
            <a:picLocks noChangeAspect="1"/>
          </p:cNvPicPr>
          <p:nvPr userDrawn="1"/>
        </p:nvPicPr>
        <p:blipFill>
          <a:blip r:embed="rId2"/>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1120717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blue 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1416E-23B6-6143-B9B7-576C64656B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8FA357-8FB4-014C-A5AB-C5293C1C5CF0}"/>
              </a:ext>
            </a:extLst>
          </p:cNvPr>
          <p:cNvSpPr>
            <a:spLocks noGrp="1"/>
          </p:cNvSpPr>
          <p:nvPr>
            <p:ph type="body" idx="1"/>
          </p:nvPr>
        </p:nvSpPr>
        <p:spPr>
          <a:xfrm>
            <a:off x="831850" y="4589463"/>
            <a:ext cx="10515600" cy="1125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Rectangle 6">
            <a:extLst>
              <a:ext uri="{FF2B5EF4-FFF2-40B4-BE49-F238E27FC236}">
                <a16:creationId xmlns:a16="http://schemas.microsoft.com/office/drawing/2014/main" id="{CA613638-F570-6140-9411-EDE9A9BB833F}"/>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2F621980-A898-7147-A4A0-BD887F240F92}"/>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Rectangle 9">
            <a:extLst>
              <a:ext uri="{FF2B5EF4-FFF2-40B4-BE49-F238E27FC236}">
                <a16:creationId xmlns:a16="http://schemas.microsoft.com/office/drawing/2014/main" id="{4677F1B6-448B-6648-A62A-76CB8F022581}"/>
              </a:ext>
            </a:extLst>
          </p:cNvPr>
          <p:cNvSpPr/>
          <p:nvPr userDrawn="1"/>
        </p:nvSpPr>
        <p:spPr>
          <a:xfrm>
            <a:off x="0" y="5715000"/>
            <a:ext cx="12192000" cy="1143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3" name="Date Placeholder 1">
            <a:extLst>
              <a:ext uri="{FF2B5EF4-FFF2-40B4-BE49-F238E27FC236}">
                <a16:creationId xmlns:a16="http://schemas.microsoft.com/office/drawing/2014/main" id="{46C0C1A1-8827-054E-A89E-888326E143A2}"/>
              </a:ext>
            </a:extLst>
          </p:cNvPr>
          <p:cNvSpPr>
            <a:spLocks noGrp="1"/>
          </p:cNvSpPr>
          <p:nvPr>
            <p:ph type="dt" sz="half" idx="10"/>
          </p:nvPr>
        </p:nvSpPr>
        <p:spPr>
          <a:xfrm>
            <a:off x="543697" y="6356350"/>
            <a:ext cx="3037703" cy="365125"/>
          </a:xfrm>
        </p:spPr>
        <p:txBody>
          <a:bodyPr/>
          <a:lstStyle>
            <a:lvl1pPr>
              <a:defRPr>
                <a:solidFill>
                  <a:schemeClr val="bg1">
                    <a:lumMod val="85000"/>
                  </a:schemeClr>
                </a:solidFill>
              </a:defRPr>
            </a:lvl1pPr>
          </a:lstStyle>
          <a:p>
            <a:fld id="{7B695056-B814-DA46-BABE-C26A7FB50DF0}" type="datetime1">
              <a:rPr lang="en-US" smtClean="0"/>
              <a:t>9/17/2026</a:t>
            </a:fld>
            <a:endParaRPr lang="en-US" dirty="0"/>
          </a:p>
        </p:txBody>
      </p:sp>
      <p:sp>
        <p:nvSpPr>
          <p:cNvPr id="14" name="Footer Placeholder 2">
            <a:extLst>
              <a:ext uri="{FF2B5EF4-FFF2-40B4-BE49-F238E27FC236}">
                <a16:creationId xmlns:a16="http://schemas.microsoft.com/office/drawing/2014/main" id="{85DF1983-1B5F-BF49-BA43-4616349826BE}"/>
              </a:ext>
            </a:extLst>
          </p:cNvPr>
          <p:cNvSpPr>
            <a:spLocks noGrp="1"/>
          </p:cNvSpPr>
          <p:nvPr>
            <p:ph type="ftr" sz="quarter" idx="11"/>
          </p:nvPr>
        </p:nvSpPr>
        <p:spPr>
          <a:xfrm>
            <a:off x="4038600" y="6356350"/>
            <a:ext cx="4114800" cy="365125"/>
          </a:xfrm>
        </p:spPr>
        <p:txBody>
          <a:bodyPr/>
          <a:lstStyle>
            <a:lvl1pPr>
              <a:defRPr>
                <a:solidFill>
                  <a:schemeClr val="bg1">
                    <a:lumMod val="85000"/>
                  </a:schemeClr>
                </a:solidFill>
              </a:defRPr>
            </a:lvl1pPr>
          </a:lstStyle>
          <a:p>
            <a:r>
              <a:rPr lang="en-US" dirty="0"/>
              <a:t>All Rights Reserved</a:t>
            </a:r>
          </a:p>
        </p:txBody>
      </p:sp>
      <p:sp>
        <p:nvSpPr>
          <p:cNvPr id="15" name="Slide Number Placeholder 3">
            <a:extLst>
              <a:ext uri="{FF2B5EF4-FFF2-40B4-BE49-F238E27FC236}">
                <a16:creationId xmlns:a16="http://schemas.microsoft.com/office/drawing/2014/main" id="{F1B9267C-7155-1645-A819-E5AF3C943931}"/>
              </a:ext>
            </a:extLst>
          </p:cNvPr>
          <p:cNvSpPr>
            <a:spLocks noGrp="1"/>
          </p:cNvSpPr>
          <p:nvPr>
            <p:ph type="sldNum" sz="quarter" idx="12"/>
          </p:nvPr>
        </p:nvSpPr>
        <p:spPr>
          <a:xfrm>
            <a:off x="8610600" y="6356350"/>
            <a:ext cx="1045464"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pic>
        <p:nvPicPr>
          <p:cNvPr id="16" name="Picture 15">
            <a:extLst>
              <a:ext uri="{FF2B5EF4-FFF2-40B4-BE49-F238E27FC236}">
                <a16:creationId xmlns:a16="http://schemas.microsoft.com/office/drawing/2014/main" id="{661047EA-B8B4-6944-8762-F99567A06B99}"/>
              </a:ext>
            </a:extLst>
          </p:cNvPr>
          <p:cNvPicPr>
            <a:picLocks noChangeAspect="1"/>
          </p:cNvPicPr>
          <p:nvPr userDrawn="1"/>
        </p:nvPicPr>
        <p:blipFill>
          <a:blip r:embed="rId2"/>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1818569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1409-B7CF-D047-BFB6-990C30C63DD8}"/>
              </a:ext>
            </a:extLst>
          </p:cNvPr>
          <p:cNvSpPr>
            <a:spLocks noGrp="1"/>
          </p:cNvSpPr>
          <p:nvPr>
            <p:ph type="title"/>
          </p:nvPr>
        </p:nvSpPr>
        <p:spPr>
          <a:xfrm>
            <a:off x="543697" y="76840"/>
            <a:ext cx="11104606" cy="10379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C160E5-950B-4B42-A9A0-B48694C72FA2}"/>
              </a:ext>
            </a:extLst>
          </p:cNvPr>
          <p:cNvSpPr>
            <a:spLocks noGrp="1"/>
          </p:cNvSpPr>
          <p:nvPr>
            <p:ph idx="1"/>
          </p:nvPr>
        </p:nvSpPr>
        <p:spPr>
          <a:xfrm>
            <a:off x="543697" y="1238373"/>
            <a:ext cx="11104606" cy="5016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C3936-D245-8B46-B392-ADDDFB32CC9A}"/>
              </a:ext>
            </a:extLst>
          </p:cNvPr>
          <p:cNvSpPr>
            <a:spLocks noGrp="1"/>
          </p:cNvSpPr>
          <p:nvPr>
            <p:ph type="dt" sz="half" idx="10"/>
          </p:nvPr>
        </p:nvSpPr>
        <p:spPr/>
        <p:txBody>
          <a:bodyPr/>
          <a:lstStyle/>
          <a:p>
            <a:fld id="{2F57736D-7FDC-6C4D-B44B-DB1D3A8DFA20}" type="datetime1">
              <a:rPr lang="en-US" smtClean="0"/>
              <a:t>9/17/2026</a:t>
            </a:fld>
            <a:endParaRPr lang="en-US" dirty="0"/>
          </a:p>
        </p:txBody>
      </p:sp>
      <p:sp>
        <p:nvSpPr>
          <p:cNvPr id="5" name="Footer Placeholder 4">
            <a:extLst>
              <a:ext uri="{FF2B5EF4-FFF2-40B4-BE49-F238E27FC236}">
                <a16:creationId xmlns:a16="http://schemas.microsoft.com/office/drawing/2014/main" id="{55265FAF-5434-D44F-949B-C834C9D24825}"/>
              </a:ext>
            </a:extLst>
          </p:cNvPr>
          <p:cNvSpPr>
            <a:spLocks noGrp="1"/>
          </p:cNvSpPr>
          <p:nvPr>
            <p:ph type="ftr" sz="quarter" idx="11"/>
          </p:nvPr>
        </p:nvSpPr>
        <p:spPr/>
        <p:txBody>
          <a:bodyPr/>
          <a:lstStyle/>
          <a:p>
            <a:r>
              <a:rPr lang="en-US" dirty="0"/>
              <a:t>All Rights Reserved</a:t>
            </a:r>
          </a:p>
        </p:txBody>
      </p:sp>
      <p:sp>
        <p:nvSpPr>
          <p:cNvPr id="7" name="Rectangle 6">
            <a:extLst>
              <a:ext uri="{FF2B5EF4-FFF2-40B4-BE49-F238E27FC236}">
                <a16:creationId xmlns:a16="http://schemas.microsoft.com/office/drawing/2014/main" id="{6C6741E1-DDC0-A741-83F8-432BFC846C65}"/>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110E1434-5E47-2544-9FCF-CE7287745DC1}"/>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Slide Number Placeholder 3">
            <a:extLst>
              <a:ext uri="{FF2B5EF4-FFF2-40B4-BE49-F238E27FC236}">
                <a16:creationId xmlns:a16="http://schemas.microsoft.com/office/drawing/2014/main" id="{A190E7AC-333D-1445-9111-860A01528504}"/>
              </a:ext>
            </a:extLst>
          </p:cNvPr>
          <p:cNvSpPr>
            <a:spLocks noGrp="1"/>
          </p:cNvSpPr>
          <p:nvPr>
            <p:ph type="sldNum" sz="quarter" idx="12"/>
          </p:nvPr>
        </p:nvSpPr>
        <p:spPr>
          <a:xfrm>
            <a:off x="8610599" y="6356350"/>
            <a:ext cx="3037704" cy="365125"/>
          </a:xfrm>
        </p:spPr>
        <p:txBody>
          <a:bodyPr/>
          <a:lstStyle/>
          <a:p>
            <a:fld id="{ED9688CE-63DC-1743-BB7A-BBD3733C53A7}" type="slidenum">
              <a:rPr lang="en-US" smtClean="0"/>
              <a:t>‹#›</a:t>
            </a:fld>
            <a:endParaRPr lang="en-US" dirty="0"/>
          </a:p>
        </p:txBody>
      </p:sp>
    </p:spTree>
    <p:extLst>
      <p:ext uri="{BB962C8B-B14F-4D97-AF65-F5344CB8AC3E}">
        <p14:creationId xmlns:p14="http://schemas.microsoft.com/office/powerpoint/2010/main" val="2798868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sm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1409-B7CF-D047-BFB6-990C30C63DD8}"/>
              </a:ext>
            </a:extLst>
          </p:cNvPr>
          <p:cNvSpPr>
            <a:spLocks noGrp="1"/>
          </p:cNvSpPr>
          <p:nvPr>
            <p:ph type="title"/>
          </p:nvPr>
        </p:nvSpPr>
        <p:spPr>
          <a:xfrm>
            <a:off x="543697" y="76840"/>
            <a:ext cx="11104606" cy="10379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C160E5-950B-4B42-A9A0-B48694C72FA2}"/>
              </a:ext>
            </a:extLst>
          </p:cNvPr>
          <p:cNvSpPr>
            <a:spLocks noGrp="1"/>
          </p:cNvSpPr>
          <p:nvPr>
            <p:ph idx="1"/>
          </p:nvPr>
        </p:nvSpPr>
        <p:spPr>
          <a:xfrm>
            <a:off x="543697" y="1238373"/>
            <a:ext cx="11104606" cy="5016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C3936-D245-8B46-B392-ADDDFB32CC9A}"/>
              </a:ext>
            </a:extLst>
          </p:cNvPr>
          <p:cNvSpPr>
            <a:spLocks noGrp="1"/>
          </p:cNvSpPr>
          <p:nvPr>
            <p:ph type="dt" sz="half" idx="10"/>
          </p:nvPr>
        </p:nvSpPr>
        <p:spPr/>
        <p:txBody>
          <a:bodyPr/>
          <a:lstStyle/>
          <a:p>
            <a:fld id="{2F57736D-7FDC-6C4D-B44B-DB1D3A8DFA20}" type="datetime1">
              <a:rPr lang="en-US" smtClean="0"/>
              <a:t>9/17/2026</a:t>
            </a:fld>
            <a:endParaRPr lang="en-US" dirty="0"/>
          </a:p>
        </p:txBody>
      </p:sp>
      <p:sp>
        <p:nvSpPr>
          <p:cNvPr id="5" name="Footer Placeholder 4">
            <a:extLst>
              <a:ext uri="{FF2B5EF4-FFF2-40B4-BE49-F238E27FC236}">
                <a16:creationId xmlns:a16="http://schemas.microsoft.com/office/drawing/2014/main" id="{55265FAF-5434-D44F-949B-C834C9D24825}"/>
              </a:ext>
            </a:extLst>
          </p:cNvPr>
          <p:cNvSpPr>
            <a:spLocks noGrp="1"/>
          </p:cNvSpPr>
          <p:nvPr>
            <p:ph type="ftr" sz="quarter" idx="11"/>
          </p:nvPr>
        </p:nvSpPr>
        <p:spPr/>
        <p:txBody>
          <a:bodyPr/>
          <a:lstStyle/>
          <a:p>
            <a:r>
              <a:rPr lang="en-US" dirty="0"/>
              <a:t>All Rights Reserved</a:t>
            </a:r>
          </a:p>
        </p:txBody>
      </p:sp>
      <p:sp>
        <p:nvSpPr>
          <p:cNvPr id="7" name="Rectangle 6">
            <a:extLst>
              <a:ext uri="{FF2B5EF4-FFF2-40B4-BE49-F238E27FC236}">
                <a16:creationId xmlns:a16="http://schemas.microsoft.com/office/drawing/2014/main" id="{6C6741E1-DDC0-A741-83F8-432BFC846C65}"/>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110E1434-5E47-2544-9FCF-CE7287745DC1}"/>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Slide Number Placeholder 3">
            <a:extLst>
              <a:ext uri="{FF2B5EF4-FFF2-40B4-BE49-F238E27FC236}">
                <a16:creationId xmlns:a16="http://schemas.microsoft.com/office/drawing/2014/main" id="{A190E7AC-333D-1445-9111-860A01528504}"/>
              </a:ext>
            </a:extLst>
          </p:cNvPr>
          <p:cNvSpPr>
            <a:spLocks noGrp="1"/>
          </p:cNvSpPr>
          <p:nvPr>
            <p:ph type="sldNum" sz="quarter" idx="12"/>
          </p:nvPr>
        </p:nvSpPr>
        <p:spPr>
          <a:xfrm>
            <a:off x="8610599" y="6356350"/>
            <a:ext cx="1877613" cy="365125"/>
          </a:xfrm>
        </p:spPr>
        <p:txBody>
          <a:bodyPr/>
          <a:lstStyle/>
          <a:p>
            <a:fld id="{ED9688CE-63DC-1743-BB7A-BBD3733C53A7}" type="slidenum">
              <a:rPr lang="en-US" smtClean="0"/>
              <a:t>‹#›</a:t>
            </a:fld>
            <a:endParaRPr lang="en-US" dirty="0"/>
          </a:p>
        </p:txBody>
      </p:sp>
      <p:pic>
        <p:nvPicPr>
          <p:cNvPr id="12" name="Picture 11" descr="LOGO_LARGE.png">
            <a:extLst>
              <a:ext uri="{FF2B5EF4-FFF2-40B4-BE49-F238E27FC236}">
                <a16:creationId xmlns:a16="http://schemas.microsoft.com/office/drawing/2014/main" id="{186428EC-E9A6-6B40-8025-933D321427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88212" y="6255216"/>
            <a:ext cx="1691596" cy="527091"/>
          </a:xfrm>
          <a:prstGeom prst="roundRect">
            <a:avLst>
              <a:gd name="adj" fmla="val 7666"/>
            </a:avLst>
          </a:prstGeom>
          <a:noFill/>
          <a:ln>
            <a:noFill/>
          </a:ln>
          <a:effectLst/>
        </p:spPr>
      </p:pic>
    </p:spTree>
    <p:extLst>
      <p:ext uri="{BB962C8B-B14F-4D97-AF65-F5344CB8AC3E}">
        <p14:creationId xmlns:p14="http://schemas.microsoft.com/office/powerpoint/2010/main" val="20384386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large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1409-B7CF-D047-BFB6-990C30C63DD8}"/>
              </a:ext>
            </a:extLst>
          </p:cNvPr>
          <p:cNvSpPr>
            <a:spLocks noGrp="1"/>
          </p:cNvSpPr>
          <p:nvPr>
            <p:ph type="title"/>
          </p:nvPr>
        </p:nvSpPr>
        <p:spPr>
          <a:xfrm>
            <a:off x="543697" y="76840"/>
            <a:ext cx="11104606" cy="10379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C160E5-950B-4B42-A9A0-B48694C72FA2}"/>
              </a:ext>
            </a:extLst>
          </p:cNvPr>
          <p:cNvSpPr>
            <a:spLocks noGrp="1"/>
          </p:cNvSpPr>
          <p:nvPr>
            <p:ph idx="1"/>
          </p:nvPr>
        </p:nvSpPr>
        <p:spPr>
          <a:xfrm>
            <a:off x="543697" y="1238373"/>
            <a:ext cx="11104606" cy="5016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C3936-D245-8B46-B392-ADDDFB32CC9A}"/>
              </a:ext>
            </a:extLst>
          </p:cNvPr>
          <p:cNvSpPr>
            <a:spLocks noGrp="1"/>
          </p:cNvSpPr>
          <p:nvPr>
            <p:ph type="dt" sz="half" idx="10"/>
          </p:nvPr>
        </p:nvSpPr>
        <p:spPr/>
        <p:txBody>
          <a:bodyPr/>
          <a:lstStyle/>
          <a:p>
            <a:fld id="{2F57736D-7FDC-6C4D-B44B-DB1D3A8DFA20}" type="datetime1">
              <a:rPr lang="en-US" smtClean="0"/>
              <a:t>9/17/2026</a:t>
            </a:fld>
            <a:endParaRPr lang="en-US" dirty="0"/>
          </a:p>
        </p:txBody>
      </p:sp>
      <p:sp>
        <p:nvSpPr>
          <p:cNvPr id="5" name="Footer Placeholder 4">
            <a:extLst>
              <a:ext uri="{FF2B5EF4-FFF2-40B4-BE49-F238E27FC236}">
                <a16:creationId xmlns:a16="http://schemas.microsoft.com/office/drawing/2014/main" id="{55265FAF-5434-D44F-949B-C834C9D24825}"/>
              </a:ext>
            </a:extLst>
          </p:cNvPr>
          <p:cNvSpPr>
            <a:spLocks noGrp="1"/>
          </p:cNvSpPr>
          <p:nvPr>
            <p:ph type="ftr" sz="quarter" idx="11"/>
          </p:nvPr>
        </p:nvSpPr>
        <p:spPr/>
        <p:txBody>
          <a:bodyPr/>
          <a:lstStyle/>
          <a:p>
            <a:r>
              <a:rPr lang="en-US" dirty="0"/>
              <a:t>All Rights Reserved</a:t>
            </a:r>
          </a:p>
        </p:txBody>
      </p:sp>
      <p:sp>
        <p:nvSpPr>
          <p:cNvPr id="7" name="Rectangle 6">
            <a:extLst>
              <a:ext uri="{FF2B5EF4-FFF2-40B4-BE49-F238E27FC236}">
                <a16:creationId xmlns:a16="http://schemas.microsoft.com/office/drawing/2014/main" id="{6C6741E1-DDC0-A741-83F8-432BFC846C65}"/>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110E1434-5E47-2544-9FCF-CE7287745DC1}"/>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Slide Number Placeholder 3">
            <a:extLst>
              <a:ext uri="{FF2B5EF4-FFF2-40B4-BE49-F238E27FC236}">
                <a16:creationId xmlns:a16="http://schemas.microsoft.com/office/drawing/2014/main" id="{A190E7AC-333D-1445-9111-860A01528504}"/>
              </a:ext>
            </a:extLst>
          </p:cNvPr>
          <p:cNvSpPr>
            <a:spLocks noGrp="1"/>
          </p:cNvSpPr>
          <p:nvPr>
            <p:ph type="sldNum" sz="quarter" idx="12"/>
          </p:nvPr>
        </p:nvSpPr>
        <p:spPr>
          <a:xfrm>
            <a:off x="8610599" y="6356350"/>
            <a:ext cx="1045465" cy="365125"/>
          </a:xfrm>
        </p:spPr>
        <p:txBody>
          <a:bodyPr/>
          <a:lstStyle/>
          <a:p>
            <a:fld id="{ED9688CE-63DC-1743-BB7A-BBD3733C53A7}" type="slidenum">
              <a:rPr lang="en-US" smtClean="0"/>
              <a:t>‹#›</a:t>
            </a:fld>
            <a:endParaRPr lang="en-US" dirty="0"/>
          </a:p>
        </p:txBody>
      </p:sp>
      <p:pic>
        <p:nvPicPr>
          <p:cNvPr id="12" name="Picture 11" descr="LOGO_LARGE.png">
            <a:extLst>
              <a:ext uri="{FF2B5EF4-FFF2-40B4-BE49-F238E27FC236}">
                <a16:creationId xmlns:a16="http://schemas.microsoft.com/office/drawing/2014/main" id="{186428EC-E9A6-6B40-8025-933D321427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6064" y="5995924"/>
            <a:ext cx="2523744" cy="786384"/>
          </a:xfrm>
          <a:prstGeom prst="roundRect">
            <a:avLst>
              <a:gd name="adj" fmla="val 7666"/>
            </a:avLst>
          </a:prstGeom>
          <a:noFill/>
          <a:ln>
            <a:noFill/>
          </a:ln>
          <a:effectLst/>
        </p:spPr>
      </p:pic>
    </p:spTree>
    <p:extLst>
      <p:ext uri="{BB962C8B-B14F-4D97-AF65-F5344CB8AC3E}">
        <p14:creationId xmlns:p14="http://schemas.microsoft.com/office/powerpoint/2010/main" val="3856492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grey ba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AED32E-EC4E-4042-AED0-6DDFF414E6F1}"/>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2" name="Date Placeholder 1">
            <a:extLst>
              <a:ext uri="{FF2B5EF4-FFF2-40B4-BE49-F238E27FC236}">
                <a16:creationId xmlns:a16="http://schemas.microsoft.com/office/drawing/2014/main" id="{C90164F1-953B-DB49-A157-2A08B7920DAB}"/>
              </a:ext>
            </a:extLst>
          </p:cNvPr>
          <p:cNvSpPr>
            <a:spLocks noGrp="1"/>
          </p:cNvSpPr>
          <p:nvPr>
            <p:ph type="dt" sz="half" idx="10"/>
          </p:nvPr>
        </p:nvSpPr>
        <p:spPr/>
        <p:txBody>
          <a:bodyPr/>
          <a:lstStyle>
            <a:lvl1pPr>
              <a:defRPr>
                <a:solidFill>
                  <a:schemeClr val="bg1">
                    <a:lumMod val="85000"/>
                  </a:schemeClr>
                </a:solidFill>
              </a:defRPr>
            </a:lvl1pPr>
          </a:lstStyle>
          <a:p>
            <a:fld id="{7B695056-B814-DA46-BABE-C26A7FB50DF0}" type="datetime1">
              <a:rPr lang="en-US" smtClean="0"/>
              <a:t>9/17/2026</a:t>
            </a:fld>
            <a:endParaRPr lang="en-US" dirty="0"/>
          </a:p>
        </p:txBody>
      </p:sp>
      <p:sp>
        <p:nvSpPr>
          <p:cNvPr id="3" name="Footer Placeholder 2">
            <a:extLst>
              <a:ext uri="{FF2B5EF4-FFF2-40B4-BE49-F238E27FC236}">
                <a16:creationId xmlns:a16="http://schemas.microsoft.com/office/drawing/2014/main" id="{B909085A-7241-0A49-8211-DCCF5614C7ED}"/>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4" name="Slide Number Placeholder 3">
            <a:extLst>
              <a:ext uri="{FF2B5EF4-FFF2-40B4-BE49-F238E27FC236}">
                <a16:creationId xmlns:a16="http://schemas.microsoft.com/office/drawing/2014/main" id="{85E87EA5-CFE4-B543-BEB0-77492FD95EBF}"/>
              </a:ext>
            </a:extLst>
          </p:cNvPr>
          <p:cNvSpPr>
            <a:spLocks noGrp="1"/>
          </p:cNvSpPr>
          <p:nvPr>
            <p:ph type="sldNum" sz="quarter" idx="12"/>
          </p:nvPr>
        </p:nvSpPr>
        <p:spPr>
          <a:xfrm>
            <a:off x="8610600" y="6356350"/>
            <a:ext cx="1045464"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5" name="Rectangle 4">
            <a:extLst>
              <a:ext uri="{FF2B5EF4-FFF2-40B4-BE49-F238E27FC236}">
                <a16:creationId xmlns:a16="http://schemas.microsoft.com/office/drawing/2014/main" id="{F2956079-C122-1C45-ADAF-324A8B0815CB}"/>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6" name="Rectangle 5">
            <a:extLst>
              <a:ext uri="{FF2B5EF4-FFF2-40B4-BE49-F238E27FC236}">
                <a16:creationId xmlns:a16="http://schemas.microsoft.com/office/drawing/2014/main" id="{B6166775-8B20-2F47-90A6-D0A6887E31F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1" name="Picture 10">
            <a:extLst>
              <a:ext uri="{FF2B5EF4-FFF2-40B4-BE49-F238E27FC236}">
                <a16:creationId xmlns:a16="http://schemas.microsoft.com/office/drawing/2014/main" id="{D41D0E82-909A-9E40-9F53-E9C96A0FAF58}"/>
              </a:ext>
            </a:extLst>
          </p:cNvPr>
          <p:cNvPicPr>
            <a:picLocks noChangeAspect="1"/>
          </p:cNvPicPr>
          <p:nvPr userDrawn="1"/>
        </p:nvPicPr>
        <p:blipFill>
          <a:blip r:embed="rId2"/>
          <a:stretch>
            <a:fillRect/>
          </a:stretch>
        </p:blipFill>
        <p:spPr>
          <a:xfrm>
            <a:off x="9656064" y="5907024"/>
            <a:ext cx="2523744" cy="785241"/>
          </a:xfrm>
          <a:prstGeom prst="rect">
            <a:avLst/>
          </a:prstGeom>
        </p:spPr>
      </p:pic>
      <p:sp>
        <p:nvSpPr>
          <p:cNvPr id="10" name="Title 1">
            <a:extLst>
              <a:ext uri="{FF2B5EF4-FFF2-40B4-BE49-F238E27FC236}">
                <a16:creationId xmlns:a16="http://schemas.microsoft.com/office/drawing/2014/main" id="{D91C0A1C-1613-C943-B78E-4E2297909D51}"/>
              </a:ext>
            </a:extLst>
          </p:cNvPr>
          <p:cNvSpPr>
            <a:spLocks noGrp="1"/>
          </p:cNvSpPr>
          <p:nvPr>
            <p:ph type="title"/>
          </p:nvPr>
        </p:nvSpPr>
        <p:spPr>
          <a:xfrm>
            <a:off x="543697" y="76840"/>
            <a:ext cx="11104606" cy="1037968"/>
          </a:xfrm>
        </p:spPr>
        <p:txBody>
          <a:bodyPr/>
          <a:lstStyle/>
          <a:p>
            <a:r>
              <a:rPr lang="en-US"/>
              <a:t>Click to edit Master title style</a:t>
            </a:r>
          </a:p>
        </p:txBody>
      </p:sp>
      <p:sp>
        <p:nvSpPr>
          <p:cNvPr id="12" name="Content Placeholder 2">
            <a:extLst>
              <a:ext uri="{FF2B5EF4-FFF2-40B4-BE49-F238E27FC236}">
                <a16:creationId xmlns:a16="http://schemas.microsoft.com/office/drawing/2014/main" id="{A8F4448F-9208-004F-9216-98016CA3E9FA}"/>
              </a:ext>
            </a:extLst>
          </p:cNvPr>
          <p:cNvSpPr>
            <a:spLocks noGrp="1"/>
          </p:cNvSpPr>
          <p:nvPr>
            <p:ph idx="1"/>
          </p:nvPr>
        </p:nvSpPr>
        <p:spPr>
          <a:xfrm>
            <a:off x="543697" y="1238374"/>
            <a:ext cx="11104606" cy="4476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09094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blue heade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160E5-950B-4B42-A9A0-B48694C72FA2}"/>
              </a:ext>
            </a:extLst>
          </p:cNvPr>
          <p:cNvSpPr>
            <a:spLocks noGrp="1"/>
          </p:cNvSpPr>
          <p:nvPr>
            <p:ph idx="1"/>
          </p:nvPr>
        </p:nvSpPr>
        <p:spPr>
          <a:xfrm>
            <a:off x="543697" y="1238373"/>
            <a:ext cx="11104606" cy="5016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C3936-D245-8B46-B392-ADDDFB32CC9A}"/>
              </a:ext>
            </a:extLst>
          </p:cNvPr>
          <p:cNvSpPr>
            <a:spLocks noGrp="1"/>
          </p:cNvSpPr>
          <p:nvPr>
            <p:ph type="dt" sz="half" idx="10"/>
          </p:nvPr>
        </p:nvSpPr>
        <p:spPr/>
        <p:txBody>
          <a:bodyPr/>
          <a:lstStyle/>
          <a:p>
            <a:fld id="{2F57736D-7FDC-6C4D-B44B-DB1D3A8DFA20}" type="datetime1">
              <a:rPr lang="en-US" smtClean="0"/>
              <a:t>9/17/2026</a:t>
            </a:fld>
            <a:endParaRPr lang="en-US" dirty="0"/>
          </a:p>
        </p:txBody>
      </p:sp>
      <p:sp>
        <p:nvSpPr>
          <p:cNvPr id="5" name="Footer Placeholder 4">
            <a:extLst>
              <a:ext uri="{FF2B5EF4-FFF2-40B4-BE49-F238E27FC236}">
                <a16:creationId xmlns:a16="http://schemas.microsoft.com/office/drawing/2014/main" id="{55265FAF-5434-D44F-949B-C834C9D24825}"/>
              </a:ext>
            </a:extLst>
          </p:cNvPr>
          <p:cNvSpPr>
            <a:spLocks noGrp="1"/>
          </p:cNvSpPr>
          <p:nvPr>
            <p:ph type="ftr" sz="quarter" idx="11"/>
          </p:nvPr>
        </p:nvSpPr>
        <p:spPr/>
        <p:txBody>
          <a:bodyPr/>
          <a:lstStyle/>
          <a:p>
            <a:r>
              <a:rPr lang="en-US" dirty="0"/>
              <a:t>All Rights Reserved</a:t>
            </a:r>
          </a:p>
        </p:txBody>
      </p:sp>
      <p:sp>
        <p:nvSpPr>
          <p:cNvPr id="7" name="Rectangle 6">
            <a:extLst>
              <a:ext uri="{FF2B5EF4-FFF2-40B4-BE49-F238E27FC236}">
                <a16:creationId xmlns:a16="http://schemas.microsoft.com/office/drawing/2014/main" id="{6C6741E1-DDC0-A741-83F8-432BFC846C65}"/>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110E1434-5E47-2544-9FCF-CE7287745DC1}"/>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Slide Number Placeholder 3">
            <a:extLst>
              <a:ext uri="{FF2B5EF4-FFF2-40B4-BE49-F238E27FC236}">
                <a16:creationId xmlns:a16="http://schemas.microsoft.com/office/drawing/2014/main" id="{A190E7AC-333D-1445-9111-860A01528504}"/>
              </a:ext>
            </a:extLst>
          </p:cNvPr>
          <p:cNvSpPr>
            <a:spLocks noGrp="1"/>
          </p:cNvSpPr>
          <p:nvPr>
            <p:ph type="sldNum" sz="quarter" idx="12"/>
          </p:nvPr>
        </p:nvSpPr>
        <p:spPr>
          <a:xfrm>
            <a:off x="8610599" y="6356350"/>
            <a:ext cx="3037704" cy="365125"/>
          </a:xfrm>
        </p:spPr>
        <p:txBody>
          <a:bodyPr/>
          <a:lstStyle/>
          <a:p>
            <a:fld id="{ED9688CE-63DC-1743-BB7A-BBD3733C53A7}" type="slidenum">
              <a:rPr lang="en-US" smtClean="0"/>
              <a:t>‹#›</a:t>
            </a:fld>
            <a:endParaRPr lang="en-US" dirty="0"/>
          </a:p>
        </p:txBody>
      </p:sp>
      <p:sp>
        <p:nvSpPr>
          <p:cNvPr id="9" name="Rectangle 8">
            <a:extLst>
              <a:ext uri="{FF2B5EF4-FFF2-40B4-BE49-F238E27FC236}">
                <a16:creationId xmlns:a16="http://schemas.microsoft.com/office/drawing/2014/main" id="{1D86449C-8A5C-EF40-A001-EAC002B6E306}"/>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Rectangle 9">
            <a:extLst>
              <a:ext uri="{FF2B5EF4-FFF2-40B4-BE49-F238E27FC236}">
                <a16:creationId xmlns:a16="http://schemas.microsoft.com/office/drawing/2014/main" id="{6569546B-AE4F-5540-8E05-DB8AA4836FF1}"/>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2" name="Picture 11">
            <a:extLst>
              <a:ext uri="{FF2B5EF4-FFF2-40B4-BE49-F238E27FC236}">
                <a16:creationId xmlns:a16="http://schemas.microsoft.com/office/drawing/2014/main" id="{4E1AA8CF-A443-5342-BA8B-0F54BD446B21}"/>
              </a:ext>
            </a:extLst>
          </p:cNvPr>
          <p:cNvPicPr>
            <a:picLocks noChangeAspect="1"/>
          </p:cNvPicPr>
          <p:nvPr userDrawn="1"/>
        </p:nvPicPr>
        <p:blipFill>
          <a:blip r:embed="rId2"/>
          <a:stretch>
            <a:fillRect/>
          </a:stretch>
        </p:blipFill>
        <p:spPr>
          <a:xfrm>
            <a:off x="9555017" y="149142"/>
            <a:ext cx="2624283" cy="816523"/>
          </a:xfrm>
          <a:prstGeom prst="rect">
            <a:avLst/>
          </a:prstGeom>
        </p:spPr>
      </p:pic>
      <p:sp>
        <p:nvSpPr>
          <p:cNvPr id="13" name="Title 1">
            <a:extLst>
              <a:ext uri="{FF2B5EF4-FFF2-40B4-BE49-F238E27FC236}">
                <a16:creationId xmlns:a16="http://schemas.microsoft.com/office/drawing/2014/main" id="{F3B24F39-49DA-A840-9783-9CF2D8215D72}"/>
              </a:ext>
            </a:extLst>
          </p:cNvPr>
          <p:cNvSpPr>
            <a:spLocks noGrp="1"/>
          </p:cNvSpPr>
          <p:nvPr>
            <p:ph type="title"/>
          </p:nvPr>
        </p:nvSpPr>
        <p:spPr>
          <a:xfrm>
            <a:off x="543697" y="76840"/>
            <a:ext cx="11104606" cy="1037968"/>
          </a:xfrm>
        </p:spPr>
        <p:txBody>
          <a:bodyPr/>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7285781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blue heade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160E5-950B-4B42-A9A0-B48694C72FA2}"/>
              </a:ext>
            </a:extLst>
          </p:cNvPr>
          <p:cNvSpPr>
            <a:spLocks noGrp="1"/>
          </p:cNvSpPr>
          <p:nvPr>
            <p:ph idx="1"/>
          </p:nvPr>
        </p:nvSpPr>
        <p:spPr>
          <a:xfrm>
            <a:off x="543697" y="1238373"/>
            <a:ext cx="11104606" cy="5016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C3936-D245-8B46-B392-ADDDFB32CC9A}"/>
              </a:ext>
            </a:extLst>
          </p:cNvPr>
          <p:cNvSpPr>
            <a:spLocks noGrp="1"/>
          </p:cNvSpPr>
          <p:nvPr>
            <p:ph type="dt" sz="half" idx="10"/>
          </p:nvPr>
        </p:nvSpPr>
        <p:spPr/>
        <p:txBody>
          <a:bodyPr/>
          <a:lstStyle/>
          <a:p>
            <a:fld id="{2F57736D-7FDC-6C4D-B44B-DB1D3A8DFA20}" type="datetime1">
              <a:rPr lang="en-US" smtClean="0"/>
              <a:t>9/17/2026</a:t>
            </a:fld>
            <a:endParaRPr lang="en-US" dirty="0"/>
          </a:p>
        </p:txBody>
      </p:sp>
      <p:sp>
        <p:nvSpPr>
          <p:cNvPr id="5" name="Footer Placeholder 4">
            <a:extLst>
              <a:ext uri="{FF2B5EF4-FFF2-40B4-BE49-F238E27FC236}">
                <a16:creationId xmlns:a16="http://schemas.microsoft.com/office/drawing/2014/main" id="{55265FAF-5434-D44F-949B-C834C9D24825}"/>
              </a:ext>
            </a:extLst>
          </p:cNvPr>
          <p:cNvSpPr>
            <a:spLocks noGrp="1"/>
          </p:cNvSpPr>
          <p:nvPr>
            <p:ph type="ftr" sz="quarter" idx="11"/>
          </p:nvPr>
        </p:nvSpPr>
        <p:spPr/>
        <p:txBody>
          <a:bodyPr/>
          <a:lstStyle/>
          <a:p>
            <a:r>
              <a:rPr lang="en-US" dirty="0"/>
              <a:t>All Rights Reserved</a:t>
            </a:r>
          </a:p>
        </p:txBody>
      </p:sp>
      <p:sp>
        <p:nvSpPr>
          <p:cNvPr id="7" name="Rectangle 6">
            <a:extLst>
              <a:ext uri="{FF2B5EF4-FFF2-40B4-BE49-F238E27FC236}">
                <a16:creationId xmlns:a16="http://schemas.microsoft.com/office/drawing/2014/main" id="{6C6741E1-DDC0-A741-83F8-432BFC846C65}"/>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110E1434-5E47-2544-9FCF-CE7287745DC1}"/>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Slide Number Placeholder 3">
            <a:extLst>
              <a:ext uri="{FF2B5EF4-FFF2-40B4-BE49-F238E27FC236}">
                <a16:creationId xmlns:a16="http://schemas.microsoft.com/office/drawing/2014/main" id="{A190E7AC-333D-1445-9111-860A01528504}"/>
              </a:ext>
            </a:extLst>
          </p:cNvPr>
          <p:cNvSpPr>
            <a:spLocks noGrp="1"/>
          </p:cNvSpPr>
          <p:nvPr>
            <p:ph type="sldNum" sz="quarter" idx="12"/>
          </p:nvPr>
        </p:nvSpPr>
        <p:spPr>
          <a:xfrm>
            <a:off x="8610599" y="6356350"/>
            <a:ext cx="3037704" cy="365125"/>
          </a:xfrm>
        </p:spPr>
        <p:txBody>
          <a:bodyPr/>
          <a:lstStyle/>
          <a:p>
            <a:fld id="{ED9688CE-63DC-1743-BB7A-BBD3733C53A7}" type="slidenum">
              <a:rPr lang="en-US" smtClean="0"/>
              <a:t>‹#›</a:t>
            </a:fld>
            <a:endParaRPr lang="en-US" dirty="0"/>
          </a:p>
        </p:txBody>
      </p:sp>
      <p:sp>
        <p:nvSpPr>
          <p:cNvPr id="9" name="Rectangle 8">
            <a:extLst>
              <a:ext uri="{FF2B5EF4-FFF2-40B4-BE49-F238E27FC236}">
                <a16:creationId xmlns:a16="http://schemas.microsoft.com/office/drawing/2014/main" id="{1D86449C-8A5C-EF40-A001-EAC002B6E306}"/>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Rectangle 9">
            <a:extLst>
              <a:ext uri="{FF2B5EF4-FFF2-40B4-BE49-F238E27FC236}">
                <a16:creationId xmlns:a16="http://schemas.microsoft.com/office/drawing/2014/main" id="{6569546B-AE4F-5540-8E05-DB8AA4836FF1}"/>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3" name="Title 1">
            <a:extLst>
              <a:ext uri="{FF2B5EF4-FFF2-40B4-BE49-F238E27FC236}">
                <a16:creationId xmlns:a16="http://schemas.microsoft.com/office/drawing/2014/main" id="{F3B24F39-49DA-A840-9783-9CF2D8215D72}"/>
              </a:ext>
            </a:extLst>
          </p:cNvPr>
          <p:cNvSpPr>
            <a:spLocks noGrp="1"/>
          </p:cNvSpPr>
          <p:nvPr>
            <p:ph type="title"/>
          </p:nvPr>
        </p:nvSpPr>
        <p:spPr>
          <a:xfrm>
            <a:off x="543697" y="76840"/>
            <a:ext cx="11104606" cy="1037968"/>
          </a:xfrm>
        </p:spPr>
        <p:txBody>
          <a:bodyPr/>
          <a:lstStyle>
            <a:lvl1pPr>
              <a:defRPr>
                <a:solidFill>
                  <a:schemeClr val="bg2"/>
                </a:solidFill>
              </a:defRPr>
            </a:lvl1pPr>
          </a:lstStyle>
          <a:p>
            <a:r>
              <a:rPr lang="en-US"/>
              <a:t>Click to edit Master title style</a:t>
            </a:r>
            <a:endParaRPr lang="en-US" dirty="0"/>
          </a:p>
        </p:txBody>
      </p:sp>
      <p:pic>
        <p:nvPicPr>
          <p:cNvPr id="14" name="Picture 13">
            <a:extLst>
              <a:ext uri="{FF2B5EF4-FFF2-40B4-BE49-F238E27FC236}">
                <a16:creationId xmlns:a16="http://schemas.microsoft.com/office/drawing/2014/main" id="{444FE315-8A88-40D5-86E9-2DAE880367E3}"/>
              </a:ext>
            </a:extLst>
          </p:cNvPr>
          <p:cNvPicPr>
            <a:picLocks noChangeAspect="1"/>
          </p:cNvPicPr>
          <p:nvPr userDrawn="1"/>
        </p:nvPicPr>
        <p:blipFill>
          <a:blip r:embed="rId2">
            <a:alphaModFix/>
            <a:lum bright="100000" contrast="-100000"/>
          </a:blip>
          <a:stretch>
            <a:fillRect/>
          </a:stretch>
        </p:blipFill>
        <p:spPr>
          <a:xfrm>
            <a:off x="9659025" y="313317"/>
            <a:ext cx="2260600" cy="578934"/>
          </a:xfrm>
          <a:prstGeom prst="rect">
            <a:avLst/>
          </a:prstGeom>
        </p:spPr>
      </p:pic>
    </p:spTree>
    <p:extLst>
      <p:ext uri="{BB962C8B-B14F-4D97-AF65-F5344CB8AC3E}">
        <p14:creationId xmlns:p14="http://schemas.microsoft.com/office/powerpoint/2010/main" val="40471894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blue header no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160E5-950B-4B42-A9A0-B48694C72FA2}"/>
              </a:ext>
            </a:extLst>
          </p:cNvPr>
          <p:cNvSpPr>
            <a:spLocks noGrp="1"/>
          </p:cNvSpPr>
          <p:nvPr>
            <p:ph idx="1"/>
          </p:nvPr>
        </p:nvSpPr>
        <p:spPr>
          <a:xfrm>
            <a:off x="543697" y="1238373"/>
            <a:ext cx="11104606" cy="5016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C3936-D245-8B46-B392-ADDDFB32CC9A}"/>
              </a:ext>
            </a:extLst>
          </p:cNvPr>
          <p:cNvSpPr>
            <a:spLocks noGrp="1"/>
          </p:cNvSpPr>
          <p:nvPr>
            <p:ph type="dt" sz="half" idx="10"/>
          </p:nvPr>
        </p:nvSpPr>
        <p:spPr/>
        <p:txBody>
          <a:bodyPr/>
          <a:lstStyle/>
          <a:p>
            <a:fld id="{2F57736D-7FDC-6C4D-B44B-DB1D3A8DFA20}" type="datetime1">
              <a:rPr lang="en-US" smtClean="0"/>
              <a:t>9/17/2026</a:t>
            </a:fld>
            <a:endParaRPr lang="en-US" dirty="0"/>
          </a:p>
        </p:txBody>
      </p:sp>
      <p:sp>
        <p:nvSpPr>
          <p:cNvPr id="5" name="Footer Placeholder 4">
            <a:extLst>
              <a:ext uri="{FF2B5EF4-FFF2-40B4-BE49-F238E27FC236}">
                <a16:creationId xmlns:a16="http://schemas.microsoft.com/office/drawing/2014/main" id="{55265FAF-5434-D44F-949B-C834C9D24825}"/>
              </a:ext>
            </a:extLst>
          </p:cNvPr>
          <p:cNvSpPr>
            <a:spLocks noGrp="1"/>
          </p:cNvSpPr>
          <p:nvPr>
            <p:ph type="ftr" sz="quarter" idx="11"/>
          </p:nvPr>
        </p:nvSpPr>
        <p:spPr/>
        <p:txBody>
          <a:bodyPr/>
          <a:lstStyle/>
          <a:p>
            <a:r>
              <a:rPr lang="en-US" dirty="0"/>
              <a:t>All Rights Reserved</a:t>
            </a:r>
          </a:p>
        </p:txBody>
      </p:sp>
      <p:sp>
        <p:nvSpPr>
          <p:cNvPr id="7" name="Rectangle 6">
            <a:extLst>
              <a:ext uri="{FF2B5EF4-FFF2-40B4-BE49-F238E27FC236}">
                <a16:creationId xmlns:a16="http://schemas.microsoft.com/office/drawing/2014/main" id="{6C6741E1-DDC0-A741-83F8-432BFC846C65}"/>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Rectangle 7">
            <a:extLst>
              <a:ext uri="{FF2B5EF4-FFF2-40B4-BE49-F238E27FC236}">
                <a16:creationId xmlns:a16="http://schemas.microsoft.com/office/drawing/2014/main" id="{110E1434-5E47-2544-9FCF-CE7287745DC1}"/>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Slide Number Placeholder 3">
            <a:extLst>
              <a:ext uri="{FF2B5EF4-FFF2-40B4-BE49-F238E27FC236}">
                <a16:creationId xmlns:a16="http://schemas.microsoft.com/office/drawing/2014/main" id="{A190E7AC-333D-1445-9111-860A01528504}"/>
              </a:ext>
            </a:extLst>
          </p:cNvPr>
          <p:cNvSpPr>
            <a:spLocks noGrp="1"/>
          </p:cNvSpPr>
          <p:nvPr>
            <p:ph type="sldNum" sz="quarter" idx="12"/>
          </p:nvPr>
        </p:nvSpPr>
        <p:spPr>
          <a:xfrm>
            <a:off x="8610599" y="6356350"/>
            <a:ext cx="3037704" cy="365125"/>
          </a:xfrm>
        </p:spPr>
        <p:txBody>
          <a:bodyPr/>
          <a:lstStyle/>
          <a:p>
            <a:fld id="{ED9688CE-63DC-1743-BB7A-BBD3733C53A7}" type="slidenum">
              <a:rPr lang="en-US" smtClean="0"/>
              <a:t>‹#›</a:t>
            </a:fld>
            <a:endParaRPr lang="en-US" dirty="0"/>
          </a:p>
        </p:txBody>
      </p:sp>
      <p:sp>
        <p:nvSpPr>
          <p:cNvPr id="9" name="Rectangle 8">
            <a:extLst>
              <a:ext uri="{FF2B5EF4-FFF2-40B4-BE49-F238E27FC236}">
                <a16:creationId xmlns:a16="http://schemas.microsoft.com/office/drawing/2014/main" id="{1D86449C-8A5C-EF40-A001-EAC002B6E306}"/>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Rectangle 9">
            <a:extLst>
              <a:ext uri="{FF2B5EF4-FFF2-40B4-BE49-F238E27FC236}">
                <a16:creationId xmlns:a16="http://schemas.microsoft.com/office/drawing/2014/main" id="{6569546B-AE4F-5540-8E05-DB8AA4836FF1}"/>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3" name="Title 1">
            <a:extLst>
              <a:ext uri="{FF2B5EF4-FFF2-40B4-BE49-F238E27FC236}">
                <a16:creationId xmlns:a16="http://schemas.microsoft.com/office/drawing/2014/main" id="{F3B24F39-49DA-A840-9783-9CF2D8215D72}"/>
              </a:ext>
            </a:extLst>
          </p:cNvPr>
          <p:cNvSpPr>
            <a:spLocks noGrp="1"/>
          </p:cNvSpPr>
          <p:nvPr>
            <p:ph type="title"/>
          </p:nvPr>
        </p:nvSpPr>
        <p:spPr>
          <a:xfrm>
            <a:off x="543697" y="76840"/>
            <a:ext cx="11104606" cy="1037968"/>
          </a:xfrm>
        </p:spPr>
        <p:txBody>
          <a:bodyPr/>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6187297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9AF6-4A0A-6047-B2FA-2C4BAD9326A1}"/>
              </a:ext>
            </a:extLst>
          </p:cNvPr>
          <p:cNvSpPr>
            <a:spLocks noGrp="1"/>
          </p:cNvSpPr>
          <p:nvPr>
            <p:ph type="title"/>
          </p:nvPr>
        </p:nvSpPr>
        <p:spPr>
          <a:xfrm>
            <a:off x="543697" y="76839"/>
            <a:ext cx="11104606" cy="103796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5C6545B-274C-F441-BEEC-A1E766EA63E0}"/>
              </a:ext>
            </a:extLst>
          </p:cNvPr>
          <p:cNvSpPr>
            <a:spLocks noGrp="1"/>
          </p:cNvSpPr>
          <p:nvPr>
            <p:ph sz="half" idx="1"/>
          </p:nvPr>
        </p:nvSpPr>
        <p:spPr>
          <a:xfrm>
            <a:off x="543697"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00D40D-527F-B149-8D0E-9DE27AAB3379}"/>
              </a:ext>
            </a:extLst>
          </p:cNvPr>
          <p:cNvSpPr>
            <a:spLocks noGrp="1"/>
          </p:cNvSpPr>
          <p:nvPr>
            <p:ph sz="half" idx="2"/>
          </p:nvPr>
        </p:nvSpPr>
        <p:spPr>
          <a:xfrm>
            <a:off x="6172199"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D5E58B-4A24-E843-B500-C330252B2EB8}"/>
              </a:ext>
            </a:extLst>
          </p:cNvPr>
          <p:cNvSpPr>
            <a:spLocks noGrp="1"/>
          </p:cNvSpPr>
          <p:nvPr>
            <p:ph type="dt" sz="half" idx="10"/>
          </p:nvPr>
        </p:nvSpPr>
        <p:spPr/>
        <p:txBody>
          <a:bodyPr/>
          <a:lstStyle/>
          <a:p>
            <a:fld id="{C8FDBD15-C033-E14A-8F59-3E082E0DE59F}" type="datetime1">
              <a:rPr lang="en-US" smtClean="0"/>
              <a:t>9/17/2026</a:t>
            </a:fld>
            <a:endParaRPr lang="en-US" dirty="0"/>
          </a:p>
        </p:txBody>
      </p:sp>
      <p:sp>
        <p:nvSpPr>
          <p:cNvPr id="6" name="Footer Placeholder 5">
            <a:extLst>
              <a:ext uri="{FF2B5EF4-FFF2-40B4-BE49-F238E27FC236}">
                <a16:creationId xmlns:a16="http://schemas.microsoft.com/office/drawing/2014/main" id="{EA085A90-3CCA-0942-B9AC-E9699817E0D6}"/>
              </a:ext>
            </a:extLst>
          </p:cNvPr>
          <p:cNvSpPr>
            <a:spLocks noGrp="1"/>
          </p:cNvSpPr>
          <p:nvPr>
            <p:ph type="ftr" sz="quarter" idx="11"/>
          </p:nvPr>
        </p:nvSpPr>
        <p:spPr/>
        <p:txBody>
          <a:bodyPr/>
          <a:lstStyle/>
          <a:p>
            <a:r>
              <a:rPr lang="en-US" dirty="0"/>
              <a:t>All Rights Reserved</a:t>
            </a:r>
          </a:p>
        </p:txBody>
      </p:sp>
      <p:sp>
        <p:nvSpPr>
          <p:cNvPr id="8" name="Rectangle 7">
            <a:extLst>
              <a:ext uri="{FF2B5EF4-FFF2-40B4-BE49-F238E27FC236}">
                <a16:creationId xmlns:a16="http://schemas.microsoft.com/office/drawing/2014/main" id="{0EC4FCC7-DB94-CA40-9AAB-0D5C2644827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Rectangle 8">
            <a:extLst>
              <a:ext uri="{FF2B5EF4-FFF2-40B4-BE49-F238E27FC236}">
                <a16:creationId xmlns:a16="http://schemas.microsoft.com/office/drawing/2014/main" id="{4A1C772A-49CA-6243-82DF-F6CD6F343FBC}"/>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2" name="Slide Number Placeholder 3">
            <a:extLst>
              <a:ext uri="{FF2B5EF4-FFF2-40B4-BE49-F238E27FC236}">
                <a16:creationId xmlns:a16="http://schemas.microsoft.com/office/drawing/2014/main" id="{80901AFF-2789-B24D-8A94-A1E078360460}"/>
              </a:ext>
            </a:extLst>
          </p:cNvPr>
          <p:cNvSpPr>
            <a:spLocks noGrp="1"/>
          </p:cNvSpPr>
          <p:nvPr>
            <p:ph type="sldNum" sz="quarter" idx="12"/>
          </p:nvPr>
        </p:nvSpPr>
        <p:spPr>
          <a:xfrm>
            <a:off x="8610599" y="6356350"/>
            <a:ext cx="3037703" cy="365125"/>
          </a:xfrm>
        </p:spPr>
        <p:txBody>
          <a:bodyPr/>
          <a:lstStyle/>
          <a:p>
            <a:fld id="{ED9688CE-63DC-1743-BB7A-BBD3733C53A7}" type="slidenum">
              <a:rPr lang="en-US" smtClean="0"/>
              <a:t>‹#›</a:t>
            </a:fld>
            <a:endParaRPr lang="en-US" dirty="0"/>
          </a:p>
        </p:txBody>
      </p:sp>
    </p:spTree>
    <p:extLst>
      <p:ext uri="{BB962C8B-B14F-4D97-AF65-F5344CB8AC3E}">
        <p14:creationId xmlns:p14="http://schemas.microsoft.com/office/powerpoint/2010/main" val="37464199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m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9AF6-4A0A-6047-B2FA-2C4BAD9326A1}"/>
              </a:ext>
            </a:extLst>
          </p:cNvPr>
          <p:cNvSpPr>
            <a:spLocks noGrp="1"/>
          </p:cNvSpPr>
          <p:nvPr>
            <p:ph type="title"/>
          </p:nvPr>
        </p:nvSpPr>
        <p:spPr>
          <a:xfrm>
            <a:off x="543697" y="76839"/>
            <a:ext cx="11104606" cy="103796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5C6545B-274C-F441-BEEC-A1E766EA63E0}"/>
              </a:ext>
            </a:extLst>
          </p:cNvPr>
          <p:cNvSpPr>
            <a:spLocks noGrp="1"/>
          </p:cNvSpPr>
          <p:nvPr>
            <p:ph sz="half" idx="1"/>
          </p:nvPr>
        </p:nvSpPr>
        <p:spPr>
          <a:xfrm>
            <a:off x="543697"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00D40D-527F-B149-8D0E-9DE27AAB3379}"/>
              </a:ext>
            </a:extLst>
          </p:cNvPr>
          <p:cNvSpPr>
            <a:spLocks noGrp="1"/>
          </p:cNvSpPr>
          <p:nvPr>
            <p:ph sz="half" idx="2"/>
          </p:nvPr>
        </p:nvSpPr>
        <p:spPr>
          <a:xfrm>
            <a:off x="6172199"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D5E58B-4A24-E843-B500-C330252B2EB8}"/>
              </a:ext>
            </a:extLst>
          </p:cNvPr>
          <p:cNvSpPr>
            <a:spLocks noGrp="1"/>
          </p:cNvSpPr>
          <p:nvPr>
            <p:ph type="dt" sz="half" idx="10"/>
          </p:nvPr>
        </p:nvSpPr>
        <p:spPr/>
        <p:txBody>
          <a:bodyPr/>
          <a:lstStyle/>
          <a:p>
            <a:fld id="{C8FDBD15-C033-E14A-8F59-3E082E0DE59F}" type="datetime1">
              <a:rPr lang="en-US" smtClean="0"/>
              <a:t>9/17/2026</a:t>
            </a:fld>
            <a:endParaRPr lang="en-US" dirty="0"/>
          </a:p>
        </p:txBody>
      </p:sp>
      <p:sp>
        <p:nvSpPr>
          <p:cNvPr id="6" name="Footer Placeholder 5">
            <a:extLst>
              <a:ext uri="{FF2B5EF4-FFF2-40B4-BE49-F238E27FC236}">
                <a16:creationId xmlns:a16="http://schemas.microsoft.com/office/drawing/2014/main" id="{EA085A90-3CCA-0942-B9AC-E9699817E0D6}"/>
              </a:ext>
            </a:extLst>
          </p:cNvPr>
          <p:cNvSpPr>
            <a:spLocks noGrp="1"/>
          </p:cNvSpPr>
          <p:nvPr>
            <p:ph type="ftr" sz="quarter" idx="11"/>
          </p:nvPr>
        </p:nvSpPr>
        <p:spPr/>
        <p:txBody>
          <a:bodyPr/>
          <a:lstStyle/>
          <a:p>
            <a:r>
              <a:rPr lang="en-US" dirty="0"/>
              <a:t>All Rights Reserved</a:t>
            </a:r>
          </a:p>
        </p:txBody>
      </p:sp>
      <p:sp>
        <p:nvSpPr>
          <p:cNvPr id="8" name="Rectangle 7">
            <a:extLst>
              <a:ext uri="{FF2B5EF4-FFF2-40B4-BE49-F238E27FC236}">
                <a16:creationId xmlns:a16="http://schemas.microsoft.com/office/drawing/2014/main" id="{0EC4FCC7-DB94-CA40-9AAB-0D5C2644827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Rectangle 8">
            <a:extLst>
              <a:ext uri="{FF2B5EF4-FFF2-40B4-BE49-F238E27FC236}">
                <a16:creationId xmlns:a16="http://schemas.microsoft.com/office/drawing/2014/main" id="{4A1C772A-49CA-6243-82DF-F6CD6F343FBC}"/>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2" name="Slide Number Placeholder 3">
            <a:extLst>
              <a:ext uri="{FF2B5EF4-FFF2-40B4-BE49-F238E27FC236}">
                <a16:creationId xmlns:a16="http://schemas.microsoft.com/office/drawing/2014/main" id="{80901AFF-2789-B24D-8A94-A1E078360460}"/>
              </a:ext>
            </a:extLst>
          </p:cNvPr>
          <p:cNvSpPr>
            <a:spLocks noGrp="1"/>
          </p:cNvSpPr>
          <p:nvPr>
            <p:ph type="sldNum" sz="quarter" idx="12"/>
          </p:nvPr>
        </p:nvSpPr>
        <p:spPr>
          <a:xfrm>
            <a:off x="8610599" y="6356350"/>
            <a:ext cx="1877613" cy="365125"/>
          </a:xfrm>
        </p:spPr>
        <p:txBody>
          <a:bodyPr/>
          <a:lstStyle/>
          <a:p>
            <a:fld id="{ED9688CE-63DC-1743-BB7A-BBD3733C53A7}" type="slidenum">
              <a:rPr lang="en-US" smtClean="0"/>
              <a:t>‹#›</a:t>
            </a:fld>
            <a:endParaRPr lang="en-US" dirty="0"/>
          </a:p>
        </p:txBody>
      </p:sp>
      <p:pic>
        <p:nvPicPr>
          <p:cNvPr id="13" name="Picture 12" descr="LOGO_LARGE.png">
            <a:extLst>
              <a:ext uri="{FF2B5EF4-FFF2-40B4-BE49-F238E27FC236}">
                <a16:creationId xmlns:a16="http://schemas.microsoft.com/office/drawing/2014/main" id="{41E20228-11BD-6748-BAAB-92EF453F84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88212" y="6255216"/>
            <a:ext cx="1691596" cy="527091"/>
          </a:xfrm>
          <a:prstGeom prst="roundRect">
            <a:avLst>
              <a:gd name="adj" fmla="val 7666"/>
            </a:avLst>
          </a:prstGeom>
          <a:noFill/>
          <a:ln>
            <a:noFill/>
          </a:ln>
          <a:effectLst/>
        </p:spPr>
      </p:pic>
    </p:spTree>
    <p:extLst>
      <p:ext uri="{BB962C8B-B14F-4D97-AF65-F5344CB8AC3E}">
        <p14:creationId xmlns:p14="http://schemas.microsoft.com/office/powerpoint/2010/main" val="34899100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large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9AF6-4A0A-6047-B2FA-2C4BAD9326A1}"/>
              </a:ext>
            </a:extLst>
          </p:cNvPr>
          <p:cNvSpPr>
            <a:spLocks noGrp="1"/>
          </p:cNvSpPr>
          <p:nvPr>
            <p:ph type="title"/>
          </p:nvPr>
        </p:nvSpPr>
        <p:spPr>
          <a:xfrm>
            <a:off x="543697" y="76839"/>
            <a:ext cx="11104606" cy="103796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5C6545B-274C-F441-BEEC-A1E766EA63E0}"/>
              </a:ext>
            </a:extLst>
          </p:cNvPr>
          <p:cNvSpPr>
            <a:spLocks noGrp="1"/>
          </p:cNvSpPr>
          <p:nvPr>
            <p:ph sz="half" idx="1"/>
          </p:nvPr>
        </p:nvSpPr>
        <p:spPr>
          <a:xfrm>
            <a:off x="543697"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00D40D-527F-B149-8D0E-9DE27AAB3379}"/>
              </a:ext>
            </a:extLst>
          </p:cNvPr>
          <p:cNvSpPr>
            <a:spLocks noGrp="1"/>
          </p:cNvSpPr>
          <p:nvPr>
            <p:ph sz="half" idx="2"/>
          </p:nvPr>
        </p:nvSpPr>
        <p:spPr>
          <a:xfrm>
            <a:off x="6172199"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D5E58B-4A24-E843-B500-C330252B2EB8}"/>
              </a:ext>
            </a:extLst>
          </p:cNvPr>
          <p:cNvSpPr>
            <a:spLocks noGrp="1"/>
          </p:cNvSpPr>
          <p:nvPr>
            <p:ph type="dt" sz="half" idx="10"/>
          </p:nvPr>
        </p:nvSpPr>
        <p:spPr/>
        <p:txBody>
          <a:bodyPr/>
          <a:lstStyle/>
          <a:p>
            <a:fld id="{C8FDBD15-C033-E14A-8F59-3E082E0DE59F}" type="datetime1">
              <a:rPr lang="en-US" smtClean="0"/>
              <a:t>9/17/2026</a:t>
            </a:fld>
            <a:endParaRPr lang="en-US" dirty="0"/>
          </a:p>
        </p:txBody>
      </p:sp>
      <p:sp>
        <p:nvSpPr>
          <p:cNvPr id="6" name="Footer Placeholder 5">
            <a:extLst>
              <a:ext uri="{FF2B5EF4-FFF2-40B4-BE49-F238E27FC236}">
                <a16:creationId xmlns:a16="http://schemas.microsoft.com/office/drawing/2014/main" id="{EA085A90-3CCA-0942-B9AC-E9699817E0D6}"/>
              </a:ext>
            </a:extLst>
          </p:cNvPr>
          <p:cNvSpPr>
            <a:spLocks noGrp="1"/>
          </p:cNvSpPr>
          <p:nvPr>
            <p:ph type="ftr" sz="quarter" idx="11"/>
          </p:nvPr>
        </p:nvSpPr>
        <p:spPr/>
        <p:txBody>
          <a:bodyPr/>
          <a:lstStyle/>
          <a:p>
            <a:r>
              <a:rPr lang="en-US" dirty="0"/>
              <a:t>All Rights Reserved</a:t>
            </a:r>
          </a:p>
        </p:txBody>
      </p:sp>
      <p:sp>
        <p:nvSpPr>
          <p:cNvPr id="8" name="Rectangle 7">
            <a:extLst>
              <a:ext uri="{FF2B5EF4-FFF2-40B4-BE49-F238E27FC236}">
                <a16:creationId xmlns:a16="http://schemas.microsoft.com/office/drawing/2014/main" id="{0EC4FCC7-DB94-CA40-9AAB-0D5C2644827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Rectangle 8">
            <a:extLst>
              <a:ext uri="{FF2B5EF4-FFF2-40B4-BE49-F238E27FC236}">
                <a16:creationId xmlns:a16="http://schemas.microsoft.com/office/drawing/2014/main" id="{4A1C772A-49CA-6243-82DF-F6CD6F343FBC}"/>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Slide Number Placeholder 3">
            <a:extLst>
              <a:ext uri="{FF2B5EF4-FFF2-40B4-BE49-F238E27FC236}">
                <a16:creationId xmlns:a16="http://schemas.microsoft.com/office/drawing/2014/main" id="{B7EA4AF3-946F-9549-8183-FB6E3E7DCCC9}"/>
              </a:ext>
            </a:extLst>
          </p:cNvPr>
          <p:cNvSpPr>
            <a:spLocks noGrp="1"/>
          </p:cNvSpPr>
          <p:nvPr>
            <p:ph type="sldNum" sz="quarter" idx="12"/>
          </p:nvPr>
        </p:nvSpPr>
        <p:spPr>
          <a:xfrm>
            <a:off x="8610599" y="6356350"/>
            <a:ext cx="1045465" cy="365125"/>
          </a:xfrm>
        </p:spPr>
        <p:txBody>
          <a:bodyPr/>
          <a:lstStyle/>
          <a:p>
            <a:fld id="{ED9688CE-63DC-1743-BB7A-BBD3733C53A7}" type="slidenum">
              <a:rPr lang="en-US" smtClean="0"/>
              <a:t>‹#›</a:t>
            </a:fld>
            <a:endParaRPr lang="en-US" dirty="0"/>
          </a:p>
        </p:txBody>
      </p:sp>
      <p:pic>
        <p:nvPicPr>
          <p:cNvPr id="11" name="Picture 10" descr="LOGO_LARGE.png">
            <a:extLst>
              <a:ext uri="{FF2B5EF4-FFF2-40B4-BE49-F238E27FC236}">
                <a16:creationId xmlns:a16="http://schemas.microsoft.com/office/drawing/2014/main" id="{F567D2A3-24C4-0E4D-85A1-05AA77152D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6064" y="5995924"/>
            <a:ext cx="2523744" cy="786384"/>
          </a:xfrm>
          <a:prstGeom prst="roundRect">
            <a:avLst>
              <a:gd name="adj" fmla="val 7666"/>
            </a:avLst>
          </a:prstGeom>
          <a:noFill/>
          <a:ln>
            <a:noFill/>
          </a:ln>
          <a:effectLst/>
        </p:spPr>
      </p:pic>
    </p:spTree>
    <p:extLst>
      <p:ext uri="{BB962C8B-B14F-4D97-AF65-F5344CB8AC3E}">
        <p14:creationId xmlns:p14="http://schemas.microsoft.com/office/powerpoint/2010/main" val="36147324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grey ba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A35942D-8E77-9E46-A985-AA94C6F44CDC}"/>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3" name="Slide Number Placeholder 3">
            <a:extLst>
              <a:ext uri="{FF2B5EF4-FFF2-40B4-BE49-F238E27FC236}">
                <a16:creationId xmlns:a16="http://schemas.microsoft.com/office/drawing/2014/main" id="{81AC6A1E-E7B7-CA4A-8EF5-E0546CD2800E}"/>
              </a:ext>
            </a:extLst>
          </p:cNvPr>
          <p:cNvSpPr>
            <a:spLocks noGrp="1"/>
          </p:cNvSpPr>
          <p:nvPr>
            <p:ph type="sldNum" sz="quarter" idx="12"/>
          </p:nvPr>
        </p:nvSpPr>
        <p:spPr>
          <a:xfrm>
            <a:off x="8610600" y="6356350"/>
            <a:ext cx="1045464"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pic>
        <p:nvPicPr>
          <p:cNvPr id="14" name="Picture 13">
            <a:extLst>
              <a:ext uri="{FF2B5EF4-FFF2-40B4-BE49-F238E27FC236}">
                <a16:creationId xmlns:a16="http://schemas.microsoft.com/office/drawing/2014/main" id="{94C15ECD-23C7-A94D-A700-5D4BBDAAA905}"/>
              </a:ext>
            </a:extLst>
          </p:cNvPr>
          <p:cNvPicPr>
            <a:picLocks noChangeAspect="1"/>
          </p:cNvPicPr>
          <p:nvPr userDrawn="1"/>
        </p:nvPicPr>
        <p:blipFill>
          <a:blip r:embed="rId2"/>
          <a:stretch>
            <a:fillRect/>
          </a:stretch>
        </p:blipFill>
        <p:spPr>
          <a:xfrm>
            <a:off x="9656064" y="5907024"/>
            <a:ext cx="2523744" cy="785241"/>
          </a:xfrm>
          <a:prstGeom prst="rect">
            <a:avLst/>
          </a:prstGeom>
        </p:spPr>
      </p:pic>
      <p:sp>
        <p:nvSpPr>
          <p:cNvPr id="2" name="Title 1">
            <a:extLst>
              <a:ext uri="{FF2B5EF4-FFF2-40B4-BE49-F238E27FC236}">
                <a16:creationId xmlns:a16="http://schemas.microsoft.com/office/drawing/2014/main" id="{B4D69AF6-4A0A-6047-B2FA-2C4BAD9326A1}"/>
              </a:ext>
            </a:extLst>
          </p:cNvPr>
          <p:cNvSpPr>
            <a:spLocks noGrp="1"/>
          </p:cNvSpPr>
          <p:nvPr>
            <p:ph type="title"/>
          </p:nvPr>
        </p:nvSpPr>
        <p:spPr>
          <a:xfrm>
            <a:off x="543697" y="76839"/>
            <a:ext cx="11104606" cy="103796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5C6545B-274C-F441-BEEC-A1E766EA63E0}"/>
              </a:ext>
            </a:extLst>
          </p:cNvPr>
          <p:cNvSpPr>
            <a:spLocks noGrp="1"/>
          </p:cNvSpPr>
          <p:nvPr>
            <p:ph sz="half" idx="1"/>
          </p:nvPr>
        </p:nvSpPr>
        <p:spPr>
          <a:xfrm>
            <a:off x="543697" y="1238373"/>
            <a:ext cx="5476103" cy="44766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00D40D-527F-B149-8D0E-9DE27AAB3379}"/>
              </a:ext>
            </a:extLst>
          </p:cNvPr>
          <p:cNvSpPr>
            <a:spLocks noGrp="1"/>
          </p:cNvSpPr>
          <p:nvPr>
            <p:ph sz="half" idx="2"/>
          </p:nvPr>
        </p:nvSpPr>
        <p:spPr>
          <a:xfrm>
            <a:off x="6172199" y="1238373"/>
            <a:ext cx="5476103" cy="44766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D5E58B-4A24-E843-B500-C330252B2EB8}"/>
              </a:ext>
            </a:extLst>
          </p:cNvPr>
          <p:cNvSpPr>
            <a:spLocks noGrp="1"/>
          </p:cNvSpPr>
          <p:nvPr>
            <p:ph type="dt" sz="half" idx="10"/>
          </p:nvPr>
        </p:nvSpPr>
        <p:spPr/>
        <p:txBody>
          <a:bodyPr/>
          <a:lstStyle>
            <a:lvl1pPr>
              <a:defRPr>
                <a:solidFill>
                  <a:schemeClr val="bg1">
                    <a:lumMod val="85000"/>
                  </a:schemeClr>
                </a:solidFill>
              </a:defRPr>
            </a:lvl1pPr>
          </a:lstStyle>
          <a:p>
            <a:fld id="{C8FDBD15-C033-E14A-8F59-3E082E0DE59F}" type="datetime1">
              <a:rPr lang="en-US" smtClean="0"/>
              <a:pPr/>
              <a:t>9/17/2026</a:t>
            </a:fld>
            <a:endParaRPr lang="en-US" dirty="0"/>
          </a:p>
        </p:txBody>
      </p:sp>
      <p:sp>
        <p:nvSpPr>
          <p:cNvPr id="6" name="Footer Placeholder 5">
            <a:extLst>
              <a:ext uri="{FF2B5EF4-FFF2-40B4-BE49-F238E27FC236}">
                <a16:creationId xmlns:a16="http://schemas.microsoft.com/office/drawing/2014/main" id="{EA085A90-3CCA-0942-B9AC-E9699817E0D6}"/>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8" name="Rectangle 7">
            <a:extLst>
              <a:ext uri="{FF2B5EF4-FFF2-40B4-BE49-F238E27FC236}">
                <a16:creationId xmlns:a16="http://schemas.microsoft.com/office/drawing/2014/main" id="{0EC4FCC7-DB94-CA40-9AAB-0D5C2644827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Rectangle 8">
            <a:extLst>
              <a:ext uri="{FF2B5EF4-FFF2-40B4-BE49-F238E27FC236}">
                <a16:creationId xmlns:a16="http://schemas.microsoft.com/office/drawing/2014/main" id="{4A1C772A-49CA-6243-82DF-F6CD6F343FBC}"/>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Tree>
    <p:extLst>
      <p:ext uri="{BB962C8B-B14F-4D97-AF65-F5344CB8AC3E}">
        <p14:creationId xmlns:p14="http://schemas.microsoft.com/office/powerpoint/2010/main" val="2221393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blue heade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C6545B-274C-F441-BEEC-A1E766EA63E0}"/>
              </a:ext>
            </a:extLst>
          </p:cNvPr>
          <p:cNvSpPr>
            <a:spLocks noGrp="1"/>
          </p:cNvSpPr>
          <p:nvPr>
            <p:ph sz="half" idx="1"/>
          </p:nvPr>
        </p:nvSpPr>
        <p:spPr>
          <a:xfrm>
            <a:off x="543697"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00D40D-527F-B149-8D0E-9DE27AAB3379}"/>
              </a:ext>
            </a:extLst>
          </p:cNvPr>
          <p:cNvSpPr>
            <a:spLocks noGrp="1"/>
          </p:cNvSpPr>
          <p:nvPr>
            <p:ph sz="half" idx="2"/>
          </p:nvPr>
        </p:nvSpPr>
        <p:spPr>
          <a:xfrm>
            <a:off x="6172199"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D5E58B-4A24-E843-B500-C330252B2EB8}"/>
              </a:ext>
            </a:extLst>
          </p:cNvPr>
          <p:cNvSpPr>
            <a:spLocks noGrp="1"/>
          </p:cNvSpPr>
          <p:nvPr>
            <p:ph type="dt" sz="half" idx="10"/>
          </p:nvPr>
        </p:nvSpPr>
        <p:spPr/>
        <p:txBody>
          <a:bodyPr/>
          <a:lstStyle/>
          <a:p>
            <a:fld id="{C8FDBD15-C033-E14A-8F59-3E082E0DE59F}" type="datetime1">
              <a:rPr lang="en-US" smtClean="0"/>
              <a:t>9/17/2026</a:t>
            </a:fld>
            <a:endParaRPr lang="en-US" dirty="0"/>
          </a:p>
        </p:txBody>
      </p:sp>
      <p:sp>
        <p:nvSpPr>
          <p:cNvPr id="6" name="Footer Placeholder 5">
            <a:extLst>
              <a:ext uri="{FF2B5EF4-FFF2-40B4-BE49-F238E27FC236}">
                <a16:creationId xmlns:a16="http://schemas.microsoft.com/office/drawing/2014/main" id="{EA085A90-3CCA-0942-B9AC-E9699817E0D6}"/>
              </a:ext>
            </a:extLst>
          </p:cNvPr>
          <p:cNvSpPr>
            <a:spLocks noGrp="1"/>
          </p:cNvSpPr>
          <p:nvPr>
            <p:ph type="ftr" sz="quarter" idx="11"/>
          </p:nvPr>
        </p:nvSpPr>
        <p:spPr/>
        <p:txBody>
          <a:bodyPr/>
          <a:lstStyle/>
          <a:p>
            <a:r>
              <a:rPr lang="en-US" dirty="0"/>
              <a:t>All Rights Reserved</a:t>
            </a:r>
          </a:p>
        </p:txBody>
      </p:sp>
      <p:sp>
        <p:nvSpPr>
          <p:cNvPr id="8" name="Rectangle 7">
            <a:extLst>
              <a:ext uri="{FF2B5EF4-FFF2-40B4-BE49-F238E27FC236}">
                <a16:creationId xmlns:a16="http://schemas.microsoft.com/office/drawing/2014/main" id="{0EC4FCC7-DB94-CA40-9AAB-0D5C2644827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Rectangle 8">
            <a:extLst>
              <a:ext uri="{FF2B5EF4-FFF2-40B4-BE49-F238E27FC236}">
                <a16:creationId xmlns:a16="http://schemas.microsoft.com/office/drawing/2014/main" id="{4A1C772A-49CA-6243-82DF-F6CD6F343FBC}"/>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2" name="Slide Number Placeholder 3">
            <a:extLst>
              <a:ext uri="{FF2B5EF4-FFF2-40B4-BE49-F238E27FC236}">
                <a16:creationId xmlns:a16="http://schemas.microsoft.com/office/drawing/2014/main" id="{80901AFF-2789-B24D-8A94-A1E078360460}"/>
              </a:ext>
            </a:extLst>
          </p:cNvPr>
          <p:cNvSpPr>
            <a:spLocks noGrp="1"/>
          </p:cNvSpPr>
          <p:nvPr>
            <p:ph type="sldNum" sz="quarter" idx="12"/>
          </p:nvPr>
        </p:nvSpPr>
        <p:spPr>
          <a:xfrm>
            <a:off x="8610599" y="6356350"/>
            <a:ext cx="3037703" cy="365125"/>
          </a:xfrm>
        </p:spPr>
        <p:txBody>
          <a:bodyPr/>
          <a:lstStyle/>
          <a:p>
            <a:fld id="{ED9688CE-63DC-1743-BB7A-BBD3733C53A7}" type="slidenum">
              <a:rPr lang="en-US" smtClean="0"/>
              <a:t>‹#›</a:t>
            </a:fld>
            <a:endParaRPr lang="en-US" dirty="0"/>
          </a:p>
        </p:txBody>
      </p:sp>
      <p:sp>
        <p:nvSpPr>
          <p:cNvPr id="14" name="Rectangle 13">
            <a:extLst>
              <a:ext uri="{FF2B5EF4-FFF2-40B4-BE49-F238E27FC236}">
                <a16:creationId xmlns:a16="http://schemas.microsoft.com/office/drawing/2014/main" id="{A5140D50-C7BC-9F44-B707-E890DAD6957C}"/>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5" name="Rectangle 14">
            <a:extLst>
              <a:ext uri="{FF2B5EF4-FFF2-40B4-BE49-F238E27FC236}">
                <a16:creationId xmlns:a16="http://schemas.microsoft.com/office/drawing/2014/main" id="{90C81187-B663-7645-8B14-086DC193E329}"/>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6" name="Picture 15">
            <a:extLst>
              <a:ext uri="{FF2B5EF4-FFF2-40B4-BE49-F238E27FC236}">
                <a16:creationId xmlns:a16="http://schemas.microsoft.com/office/drawing/2014/main" id="{FD11474F-0596-864B-A280-225D3AD205E0}"/>
              </a:ext>
            </a:extLst>
          </p:cNvPr>
          <p:cNvPicPr>
            <a:picLocks noChangeAspect="1"/>
          </p:cNvPicPr>
          <p:nvPr userDrawn="1"/>
        </p:nvPicPr>
        <p:blipFill>
          <a:blip r:embed="rId2"/>
          <a:stretch>
            <a:fillRect/>
          </a:stretch>
        </p:blipFill>
        <p:spPr>
          <a:xfrm>
            <a:off x="9555017" y="149142"/>
            <a:ext cx="2624283" cy="816523"/>
          </a:xfrm>
          <a:prstGeom prst="rect">
            <a:avLst/>
          </a:prstGeom>
        </p:spPr>
      </p:pic>
      <p:sp>
        <p:nvSpPr>
          <p:cNvPr id="17" name="Title 1">
            <a:extLst>
              <a:ext uri="{FF2B5EF4-FFF2-40B4-BE49-F238E27FC236}">
                <a16:creationId xmlns:a16="http://schemas.microsoft.com/office/drawing/2014/main" id="{475766F8-92DC-8644-A34E-0962ED283A22}"/>
              </a:ext>
            </a:extLst>
          </p:cNvPr>
          <p:cNvSpPr>
            <a:spLocks noGrp="1"/>
          </p:cNvSpPr>
          <p:nvPr>
            <p:ph type="title"/>
          </p:nvPr>
        </p:nvSpPr>
        <p:spPr>
          <a:xfrm>
            <a:off x="543697" y="0"/>
            <a:ext cx="11104606" cy="1114808"/>
          </a:xfrm>
        </p:spPr>
        <p:txBody>
          <a:bodyPr/>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41622196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wo Content (blue heade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C6545B-274C-F441-BEEC-A1E766EA63E0}"/>
              </a:ext>
            </a:extLst>
          </p:cNvPr>
          <p:cNvSpPr>
            <a:spLocks noGrp="1"/>
          </p:cNvSpPr>
          <p:nvPr>
            <p:ph sz="half" idx="1"/>
          </p:nvPr>
        </p:nvSpPr>
        <p:spPr>
          <a:xfrm>
            <a:off x="543697"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00D40D-527F-B149-8D0E-9DE27AAB3379}"/>
              </a:ext>
            </a:extLst>
          </p:cNvPr>
          <p:cNvSpPr>
            <a:spLocks noGrp="1"/>
          </p:cNvSpPr>
          <p:nvPr>
            <p:ph sz="half" idx="2"/>
          </p:nvPr>
        </p:nvSpPr>
        <p:spPr>
          <a:xfrm>
            <a:off x="6172199"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D5E58B-4A24-E843-B500-C330252B2EB8}"/>
              </a:ext>
            </a:extLst>
          </p:cNvPr>
          <p:cNvSpPr>
            <a:spLocks noGrp="1"/>
          </p:cNvSpPr>
          <p:nvPr>
            <p:ph type="dt" sz="half" idx="10"/>
          </p:nvPr>
        </p:nvSpPr>
        <p:spPr/>
        <p:txBody>
          <a:bodyPr/>
          <a:lstStyle/>
          <a:p>
            <a:fld id="{C8FDBD15-C033-E14A-8F59-3E082E0DE59F}" type="datetime1">
              <a:rPr lang="en-US" smtClean="0"/>
              <a:t>9/17/2026</a:t>
            </a:fld>
            <a:endParaRPr lang="en-US" dirty="0"/>
          </a:p>
        </p:txBody>
      </p:sp>
      <p:sp>
        <p:nvSpPr>
          <p:cNvPr id="6" name="Footer Placeholder 5">
            <a:extLst>
              <a:ext uri="{FF2B5EF4-FFF2-40B4-BE49-F238E27FC236}">
                <a16:creationId xmlns:a16="http://schemas.microsoft.com/office/drawing/2014/main" id="{EA085A90-3CCA-0942-B9AC-E9699817E0D6}"/>
              </a:ext>
            </a:extLst>
          </p:cNvPr>
          <p:cNvSpPr>
            <a:spLocks noGrp="1"/>
          </p:cNvSpPr>
          <p:nvPr>
            <p:ph type="ftr" sz="quarter" idx="11"/>
          </p:nvPr>
        </p:nvSpPr>
        <p:spPr/>
        <p:txBody>
          <a:bodyPr/>
          <a:lstStyle/>
          <a:p>
            <a:r>
              <a:rPr lang="en-US" dirty="0"/>
              <a:t>All Rights Reserved</a:t>
            </a:r>
          </a:p>
        </p:txBody>
      </p:sp>
      <p:sp>
        <p:nvSpPr>
          <p:cNvPr id="8" name="Rectangle 7">
            <a:extLst>
              <a:ext uri="{FF2B5EF4-FFF2-40B4-BE49-F238E27FC236}">
                <a16:creationId xmlns:a16="http://schemas.microsoft.com/office/drawing/2014/main" id="{0EC4FCC7-DB94-CA40-9AAB-0D5C2644827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Rectangle 8">
            <a:extLst>
              <a:ext uri="{FF2B5EF4-FFF2-40B4-BE49-F238E27FC236}">
                <a16:creationId xmlns:a16="http://schemas.microsoft.com/office/drawing/2014/main" id="{4A1C772A-49CA-6243-82DF-F6CD6F343FBC}"/>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2" name="Slide Number Placeholder 3">
            <a:extLst>
              <a:ext uri="{FF2B5EF4-FFF2-40B4-BE49-F238E27FC236}">
                <a16:creationId xmlns:a16="http://schemas.microsoft.com/office/drawing/2014/main" id="{80901AFF-2789-B24D-8A94-A1E078360460}"/>
              </a:ext>
            </a:extLst>
          </p:cNvPr>
          <p:cNvSpPr>
            <a:spLocks noGrp="1"/>
          </p:cNvSpPr>
          <p:nvPr>
            <p:ph type="sldNum" sz="quarter" idx="12"/>
          </p:nvPr>
        </p:nvSpPr>
        <p:spPr>
          <a:xfrm>
            <a:off x="8610599" y="6356350"/>
            <a:ext cx="3037703" cy="365125"/>
          </a:xfrm>
        </p:spPr>
        <p:txBody>
          <a:bodyPr/>
          <a:lstStyle/>
          <a:p>
            <a:fld id="{ED9688CE-63DC-1743-BB7A-BBD3733C53A7}" type="slidenum">
              <a:rPr lang="en-US" smtClean="0"/>
              <a:t>‹#›</a:t>
            </a:fld>
            <a:endParaRPr lang="en-US" dirty="0"/>
          </a:p>
        </p:txBody>
      </p:sp>
      <p:sp>
        <p:nvSpPr>
          <p:cNvPr id="14" name="Rectangle 13">
            <a:extLst>
              <a:ext uri="{FF2B5EF4-FFF2-40B4-BE49-F238E27FC236}">
                <a16:creationId xmlns:a16="http://schemas.microsoft.com/office/drawing/2014/main" id="{A5140D50-C7BC-9F44-B707-E890DAD6957C}"/>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5" name="Rectangle 14">
            <a:extLst>
              <a:ext uri="{FF2B5EF4-FFF2-40B4-BE49-F238E27FC236}">
                <a16:creationId xmlns:a16="http://schemas.microsoft.com/office/drawing/2014/main" id="{90C81187-B663-7645-8B14-086DC193E329}"/>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7" name="Title 1">
            <a:extLst>
              <a:ext uri="{FF2B5EF4-FFF2-40B4-BE49-F238E27FC236}">
                <a16:creationId xmlns:a16="http://schemas.microsoft.com/office/drawing/2014/main" id="{475766F8-92DC-8644-A34E-0962ED283A22}"/>
              </a:ext>
            </a:extLst>
          </p:cNvPr>
          <p:cNvSpPr>
            <a:spLocks noGrp="1"/>
          </p:cNvSpPr>
          <p:nvPr>
            <p:ph type="title"/>
          </p:nvPr>
        </p:nvSpPr>
        <p:spPr>
          <a:xfrm>
            <a:off x="543697" y="0"/>
            <a:ext cx="11104606" cy="1114808"/>
          </a:xfrm>
        </p:spPr>
        <p:txBody>
          <a:bodyPr/>
          <a:lstStyle>
            <a:lvl1pPr>
              <a:defRPr>
                <a:solidFill>
                  <a:schemeClr val="bg2"/>
                </a:solidFill>
              </a:defRPr>
            </a:lvl1pPr>
          </a:lstStyle>
          <a:p>
            <a:r>
              <a:rPr lang="en-US"/>
              <a:t>Click to edit Master title style</a:t>
            </a:r>
            <a:endParaRPr lang="en-US" dirty="0"/>
          </a:p>
        </p:txBody>
      </p:sp>
      <p:pic>
        <p:nvPicPr>
          <p:cNvPr id="13" name="Picture 12">
            <a:extLst>
              <a:ext uri="{FF2B5EF4-FFF2-40B4-BE49-F238E27FC236}">
                <a16:creationId xmlns:a16="http://schemas.microsoft.com/office/drawing/2014/main" id="{6EEE9DE9-3578-4EC1-B4E5-83BEF3F59AB6}"/>
              </a:ext>
            </a:extLst>
          </p:cNvPr>
          <p:cNvPicPr>
            <a:picLocks noChangeAspect="1"/>
          </p:cNvPicPr>
          <p:nvPr userDrawn="1"/>
        </p:nvPicPr>
        <p:blipFill>
          <a:blip r:embed="rId2">
            <a:alphaModFix/>
            <a:lum bright="100000" contrast="-100000"/>
          </a:blip>
          <a:stretch>
            <a:fillRect/>
          </a:stretch>
        </p:blipFill>
        <p:spPr>
          <a:xfrm>
            <a:off x="9659025" y="313317"/>
            <a:ext cx="2260600" cy="578934"/>
          </a:xfrm>
          <a:prstGeom prst="rect">
            <a:avLst/>
          </a:prstGeom>
        </p:spPr>
      </p:pic>
    </p:spTree>
    <p:extLst>
      <p:ext uri="{BB962C8B-B14F-4D97-AF65-F5344CB8AC3E}">
        <p14:creationId xmlns:p14="http://schemas.microsoft.com/office/powerpoint/2010/main" val="6200395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blue header no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C6545B-274C-F441-BEEC-A1E766EA63E0}"/>
              </a:ext>
            </a:extLst>
          </p:cNvPr>
          <p:cNvSpPr>
            <a:spLocks noGrp="1"/>
          </p:cNvSpPr>
          <p:nvPr>
            <p:ph sz="half" idx="1"/>
          </p:nvPr>
        </p:nvSpPr>
        <p:spPr>
          <a:xfrm>
            <a:off x="543697"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00D40D-527F-B149-8D0E-9DE27AAB3379}"/>
              </a:ext>
            </a:extLst>
          </p:cNvPr>
          <p:cNvSpPr>
            <a:spLocks noGrp="1"/>
          </p:cNvSpPr>
          <p:nvPr>
            <p:ph sz="half" idx="2"/>
          </p:nvPr>
        </p:nvSpPr>
        <p:spPr>
          <a:xfrm>
            <a:off x="6172199" y="1238373"/>
            <a:ext cx="5476103" cy="4921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D5E58B-4A24-E843-B500-C330252B2EB8}"/>
              </a:ext>
            </a:extLst>
          </p:cNvPr>
          <p:cNvSpPr>
            <a:spLocks noGrp="1"/>
          </p:cNvSpPr>
          <p:nvPr>
            <p:ph type="dt" sz="half" idx="10"/>
          </p:nvPr>
        </p:nvSpPr>
        <p:spPr/>
        <p:txBody>
          <a:bodyPr/>
          <a:lstStyle/>
          <a:p>
            <a:fld id="{C8FDBD15-C033-E14A-8F59-3E082E0DE59F}" type="datetime1">
              <a:rPr lang="en-US" smtClean="0"/>
              <a:t>9/17/2026</a:t>
            </a:fld>
            <a:endParaRPr lang="en-US" dirty="0"/>
          </a:p>
        </p:txBody>
      </p:sp>
      <p:sp>
        <p:nvSpPr>
          <p:cNvPr id="6" name="Footer Placeholder 5">
            <a:extLst>
              <a:ext uri="{FF2B5EF4-FFF2-40B4-BE49-F238E27FC236}">
                <a16:creationId xmlns:a16="http://schemas.microsoft.com/office/drawing/2014/main" id="{EA085A90-3CCA-0942-B9AC-E9699817E0D6}"/>
              </a:ext>
            </a:extLst>
          </p:cNvPr>
          <p:cNvSpPr>
            <a:spLocks noGrp="1"/>
          </p:cNvSpPr>
          <p:nvPr>
            <p:ph type="ftr" sz="quarter" idx="11"/>
          </p:nvPr>
        </p:nvSpPr>
        <p:spPr/>
        <p:txBody>
          <a:bodyPr/>
          <a:lstStyle/>
          <a:p>
            <a:r>
              <a:rPr lang="en-US" dirty="0"/>
              <a:t>All Rights Reserved</a:t>
            </a:r>
          </a:p>
        </p:txBody>
      </p:sp>
      <p:sp>
        <p:nvSpPr>
          <p:cNvPr id="8" name="Rectangle 7">
            <a:extLst>
              <a:ext uri="{FF2B5EF4-FFF2-40B4-BE49-F238E27FC236}">
                <a16:creationId xmlns:a16="http://schemas.microsoft.com/office/drawing/2014/main" id="{0EC4FCC7-DB94-CA40-9AAB-0D5C2644827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Rectangle 8">
            <a:extLst>
              <a:ext uri="{FF2B5EF4-FFF2-40B4-BE49-F238E27FC236}">
                <a16:creationId xmlns:a16="http://schemas.microsoft.com/office/drawing/2014/main" id="{4A1C772A-49CA-6243-82DF-F6CD6F343FBC}"/>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2" name="Slide Number Placeholder 3">
            <a:extLst>
              <a:ext uri="{FF2B5EF4-FFF2-40B4-BE49-F238E27FC236}">
                <a16:creationId xmlns:a16="http://schemas.microsoft.com/office/drawing/2014/main" id="{80901AFF-2789-B24D-8A94-A1E078360460}"/>
              </a:ext>
            </a:extLst>
          </p:cNvPr>
          <p:cNvSpPr>
            <a:spLocks noGrp="1"/>
          </p:cNvSpPr>
          <p:nvPr>
            <p:ph type="sldNum" sz="quarter" idx="12"/>
          </p:nvPr>
        </p:nvSpPr>
        <p:spPr>
          <a:xfrm>
            <a:off x="8610599" y="6356350"/>
            <a:ext cx="3037703" cy="365125"/>
          </a:xfrm>
        </p:spPr>
        <p:txBody>
          <a:bodyPr/>
          <a:lstStyle/>
          <a:p>
            <a:fld id="{ED9688CE-63DC-1743-BB7A-BBD3733C53A7}" type="slidenum">
              <a:rPr lang="en-US" smtClean="0"/>
              <a:t>‹#›</a:t>
            </a:fld>
            <a:endParaRPr lang="en-US" dirty="0"/>
          </a:p>
        </p:txBody>
      </p:sp>
      <p:sp>
        <p:nvSpPr>
          <p:cNvPr id="14" name="Rectangle 13">
            <a:extLst>
              <a:ext uri="{FF2B5EF4-FFF2-40B4-BE49-F238E27FC236}">
                <a16:creationId xmlns:a16="http://schemas.microsoft.com/office/drawing/2014/main" id="{A5140D50-C7BC-9F44-B707-E890DAD6957C}"/>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5" name="Rectangle 14">
            <a:extLst>
              <a:ext uri="{FF2B5EF4-FFF2-40B4-BE49-F238E27FC236}">
                <a16:creationId xmlns:a16="http://schemas.microsoft.com/office/drawing/2014/main" id="{90C81187-B663-7645-8B14-086DC193E329}"/>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7" name="Title 1">
            <a:extLst>
              <a:ext uri="{FF2B5EF4-FFF2-40B4-BE49-F238E27FC236}">
                <a16:creationId xmlns:a16="http://schemas.microsoft.com/office/drawing/2014/main" id="{475766F8-92DC-8644-A34E-0962ED283A22}"/>
              </a:ext>
            </a:extLst>
          </p:cNvPr>
          <p:cNvSpPr>
            <a:spLocks noGrp="1"/>
          </p:cNvSpPr>
          <p:nvPr>
            <p:ph type="title"/>
          </p:nvPr>
        </p:nvSpPr>
        <p:spPr>
          <a:xfrm>
            <a:off x="543697" y="0"/>
            <a:ext cx="11104606" cy="1114808"/>
          </a:xfrm>
        </p:spPr>
        <p:txBody>
          <a:bodyPr/>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4168392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054B-7A3F-A340-A7C6-7A1CFD448086}"/>
              </a:ext>
            </a:extLst>
          </p:cNvPr>
          <p:cNvSpPr>
            <a:spLocks noGrp="1"/>
          </p:cNvSpPr>
          <p:nvPr>
            <p:ph type="title"/>
          </p:nvPr>
        </p:nvSpPr>
        <p:spPr>
          <a:xfrm>
            <a:off x="543697" y="76841"/>
            <a:ext cx="11096367" cy="82391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541AFEC-1A4E-F142-9078-A51F1A1C929A}"/>
              </a:ext>
            </a:extLst>
          </p:cNvPr>
          <p:cNvSpPr>
            <a:spLocks noGrp="1"/>
          </p:cNvSpPr>
          <p:nvPr>
            <p:ph type="body" idx="1"/>
          </p:nvPr>
        </p:nvSpPr>
        <p:spPr>
          <a:xfrm>
            <a:off x="543698" y="900753"/>
            <a:ext cx="54538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6873B0-5895-4341-A527-C8C2BE8C233D}"/>
              </a:ext>
            </a:extLst>
          </p:cNvPr>
          <p:cNvSpPr>
            <a:spLocks noGrp="1"/>
          </p:cNvSpPr>
          <p:nvPr>
            <p:ph sz="half" idx="2"/>
          </p:nvPr>
        </p:nvSpPr>
        <p:spPr>
          <a:xfrm>
            <a:off x="543698" y="1724664"/>
            <a:ext cx="5453878"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59B2E-3317-7149-96D5-6856784B3663}"/>
              </a:ext>
            </a:extLst>
          </p:cNvPr>
          <p:cNvSpPr>
            <a:spLocks noGrp="1"/>
          </p:cNvSpPr>
          <p:nvPr>
            <p:ph type="body" sz="quarter" idx="3"/>
          </p:nvPr>
        </p:nvSpPr>
        <p:spPr>
          <a:xfrm>
            <a:off x="6172199" y="900753"/>
            <a:ext cx="54678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773D2-FFEC-C843-852A-FDDDC1424751}"/>
              </a:ext>
            </a:extLst>
          </p:cNvPr>
          <p:cNvSpPr>
            <a:spLocks noGrp="1"/>
          </p:cNvSpPr>
          <p:nvPr>
            <p:ph sz="quarter" idx="4"/>
          </p:nvPr>
        </p:nvSpPr>
        <p:spPr>
          <a:xfrm>
            <a:off x="6172199" y="1724664"/>
            <a:ext cx="5467865"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74533-C805-9D44-8121-78312DE4FC20}"/>
              </a:ext>
            </a:extLst>
          </p:cNvPr>
          <p:cNvSpPr>
            <a:spLocks noGrp="1"/>
          </p:cNvSpPr>
          <p:nvPr>
            <p:ph type="dt" sz="half" idx="10"/>
          </p:nvPr>
        </p:nvSpPr>
        <p:spPr/>
        <p:txBody>
          <a:bodyPr/>
          <a:lstStyle/>
          <a:p>
            <a:fld id="{AB4C8664-D55A-B944-B007-2DEFEDE3B06A}" type="datetime1">
              <a:rPr lang="en-US" smtClean="0"/>
              <a:t>9/17/2026</a:t>
            </a:fld>
            <a:endParaRPr lang="en-US" dirty="0"/>
          </a:p>
        </p:txBody>
      </p:sp>
      <p:sp>
        <p:nvSpPr>
          <p:cNvPr id="8" name="Footer Placeholder 7">
            <a:extLst>
              <a:ext uri="{FF2B5EF4-FFF2-40B4-BE49-F238E27FC236}">
                <a16:creationId xmlns:a16="http://schemas.microsoft.com/office/drawing/2014/main" id="{12064C43-C5D6-0A46-8640-AE889351634E}"/>
              </a:ext>
            </a:extLst>
          </p:cNvPr>
          <p:cNvSpPr>
            <a:spLocks noGrp="1"/>
          </p:cNvSpPr>
          <p:nvPr>
            <p:ph type="ftr" sz="quarter" idx="11"/>
          </p:nvPr>
        </p:nvSpPr>
        <p:spPr/>
        <p:txBody>
          <a:bodyPr/>
          <a:lstStyle/>
          <a:p>
            <a:r>
              <a:rPr lang="en-US" dirty="0"/>
              <a:t>All Rights Reserved</a:t>
            </a:r>
          </a:p>
        </p:txBody>
      </p:sp>
      <p:sp>
        <p:nvSpPr>
          <p:cNvPr id="10" name="Rectangle 9">
            <a:extLst>
              <a:ext uri="{FF2B5EF4-FFF2-40B4-BE49-F238E27FC236}">
                <a16:creationId xmlns:a16="http://schemas.microsoft.com/office/drawing/2014/main" id="{9973F989-AD75-D441-87AE-60365255D4F4}"/>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Rectangle 10">
            <a:extLst>
              <a:ext uri="{FF2B5EF4-FFF2-40B4-BE49-F238E27FC236}">
                <a16:creationId xmlns:a16="http://schemas.microsoft.com/office/drawing/2014/main" id="{B6B46FFE-11D4-8445-BC8E-C897D0749B2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4" name="Slide Number Placeholder 3">
            <a:extLst>
              <a:ext uri="{FF2B5EF4-FFF2-40B4-BE49-F238E27FC236}">
                <a16:creationId xmlns:a16="http://schemas.microsoft.com/office/drawing/2014/main" id="{C8343B80-26AE-A34B-AAE7-0D6F1B0C4E23}"/>
              </a:ext>
            </a:extLst>
          </p:cNvPr>
          <p:cNvSpPr>
            <a:spLocks noGrp="1"/>
          </p:cNvSpPr>
          <p:nvPr>
            <p:ph type="sldNum" sz="quarter" idx="12"/>
          </p:nvPr>
        </p:nvSpPr>
        <p:spPr>
          <a:xfrm>
            <a:off x="8610599" y="6356350"/>
            <a:ext cx="3029465" cy="365125"/>
          </a:xfrm>
        </p:spPr>
        <p:txBody>
          <a:bodyPr/>
          <a:lstStyle/>
          <a:p>
            <a:fld id="{ED9688CE-63DC-1743-BB7A-BBD3733C53A7}" type="slidenum">
              <a:rPr lang="en-US" smtClean="0"/>
              <a:t>‹#›</a:t>
            </a:fld>
            <a:endParaRPr lang="en-US" dirty="0"/>
          </a:p>
        </p:txBody>
      </p:sp>
    </p:spTree>
    <p:extLst>
      <p:ext uri="{BB962C8B-B14F-4D97-AF65-F5344CB8AC3E}">
        <p14:creationId xmlns:p14="http://schemas.microsoft.com/office/powerpoint/2010/main" val="26136595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sm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054B-7A3F-A340-A7C6-7A1CFD448086}"/>
              </a:ext>
            </a:extLst>
          </p:cNvPr>
          <p:cNvSpPr>
            <a:spLocks noGrp="1"/>
          </p:cNvSpPr>
          <p:nvPr>
            <p:ph type="title"/>
          </p:nvPr>
        </p:nvSpPr>
        <p:spPr>
          <a:xfrm>
            <a:off x="543697" y="76841"/>
            <a:ext cx="11096367" cy="82391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541AFEC-1A4E-F142-9078-A51F1A1C929A}"/>
              </a:ext>
            </a:extLst>
          </p:cNvPr>
          <p:cNvSpPr>
            <a:spLocks noGrp="1"/>
          </p:cNvSpPr>
          <p:nvPr>
            <p:ph type="body" idx="1"/>
          </p:nvPr>
        </p:nvSpPr>
        <p:spPr>
          <a:xfrm>
            <a:off x="543698" y="900753"/>
            <a:ext cx="54538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6873B0-5895-4341-A527-C8C2BE8C233D}"/>
              </a:ext>
            </a:extLst>
          </p:cNvPr>
          <p:cNvSpPr>
            <a:spLocks noGrp="1"/>
          </p:cNvSpPr>
          <p:nvPr>
            <p:ph sz="half" idx="2"/>
          </p:nvPr>
        </p:nvSpPr>
        <p:spPr>
          <a:xfrm>
            <a:off x="543698" y="1724664"/>
            <a:ext cx="5453878"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59B2E-3317-7149-96D5-6856784B3663}"/>
              </a:ext>
            </a:extLst>
          </p:cNvPr>
          <p:cNvSpPr>
            <a:spLocks noGrp="1"/>
          </p:cNvSpPr>
          <p:nvPr>
            <p:ph type="body" sz="quarter" idx="3"/>
          </p:nvPr>
        </p:nvSpPr>
        <p:spPr>
          <a:xfrm>
            <a:off x="6172199" y="900753"/>
            <a:ext cx="54678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773D2-FFEC-C843-852A-FDDDC1424751}"/>
              </a:ext>
            </a:extLst>
          </p:cNvPr>
          <p:cNvSpPr>
            <a:spLocks noGrp="1"/>
          </p:cNvSpPr>
          <p:nvPr>
            <p:ph sz="quarter" idx="4"/>
          </p:nvPr>
        </p:nvSpPr>
        <p:spPr>
          <a:xfrm>
            <a:off x="6172199" y="1724664"/>
            <a:ext cx="5467865"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74533-C805-9D44-8121-78312DE4FC20}"/>
              </a:ext>
            </a:extLst>
          </p:cNvPr>
          <p:cNvSpPr>
            <a:spLocks noGrp="1"/>
          </p:cNvSpPr>
          <p:nvPr>
            <p:ph type="dt" sz="half" idx="10"/>
          </p:nvPr>
        </p:nvSpPr>
        <p:spPr/>
        <p:txBody>
          <a:bodyPr/>
          <a:lstStyle/>
          <a:p>
            <a:fld id="{AB4C8664-D55A-B944-B007-2DEFEDE3B06A}" type="datetime1">
              <a:rPr lang="en-US" smtClean="0"/>
              <a:t>9/17/2026</a:t>
            </a:fld>
            <a:endParaRPr lang="en-US" dirty="0"/>
          </a:p>
        </p:txBody>
      </p:sp>
      <p:sp>
        <p:nvSpPr>
          <p:cNvPr id="8" name="Footer Placeholder 7">
            <a:extLst>
              <a:ext uri="{FF2B5EF4-FFF2-40B4-BE49-F238E27FC236}">
                <a16:creationId xmlns:a16="http://schemas.microsoft.com/office/drawing/2014/main" id="{12064C43-C5D6-0A46-8640-AE889351634E}"/>
              </a:ext>
            </a:extLst>
          </p:cNvPr>
          <p:cNvSpPr>
            <a:spLocks noGrp="1"/>
          </p:cNvSpPr>
          <p:nvPr>
            <p:ph type="ftr" sz="quarter" idx="11"/>
          </p:nvPr>
        </p:nvSpPr>
        <p:spPr/>
        <p:txBody>
          <a:bodyPr/>
          <a:lstStyle/>
          <a:p>
            <a:r>
              <a:rPr lang="en-US" dirty="0"/>
              <a:t>All Rights Reserved</a:t>
            </a:r>
          </a:p>
        </p:txBody>
      </p:sp>
      <p:sp>
        <p:nvSpPr>
          <p:cNvPr id="10" name="Rectangle 9">
            <a:extLst>
              <a:ext uri="{FF2B5EF4-FFF2-40B4-BE49-F238E27FC236}">
                <a16:creationId xmlns:a16="http://schemas.microsoft.com/office/drawing/2014/main" id="{9973F989-AD75-D441-87AE-60365255D4F4}"/>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Rectangle 10">
            <a:extLst>
              <a:ext uri="{FF2B5EF4-FFF2-40B4-BE49-F238E27FC236}">
                <a16:creationId xmlns:a16="http://schemas.microsoft.com/office/drawing/2014/main" id="{B6B46FFE-11D4-8445-BC8E-C897D0749B2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4" name="Slide Number Placeholder 3">
            <a:extLst>
              <a:ext uri="{FF2B5EF4-FFF2-40B4-BE49-F238E27FC236}">
                <a16:creationId xmlns:a16="http://schemas.microsoft.com/office/drawing/2014/main" id="{C8343B80-26AE-A34B-AAE7-0D6F1B0C4E23}"/>
              </a:ext>
            </a:extLst>
          </p:cNvPr>
          <p:cNvSpPr>
            <a:spLocks noGrp="1"/>
          </p:cNvSpPr>
          <p:nvPr>
            <p:ph type="sldNum" sz="quarter" idx="12"/>
          </p:nvPr>
        </p:nvSpPr>
        <p:spPr>
          <a:xfrm>
            <a:off x="8610599" y="6356350"/>
            <a:ext cx="1877613" cy="365125"/>
          </a:xfrm>
        </p:spPr>
        <p:txBody>
          <a:bodyPr/>
          <a:lstStyle/>
          <a:p>
            <a:fld id="{ED9688CE-63DC-1743-BB7A-BBD3733C53A7}" type="slidenum">
              <a:rPr lang="en-US" smtClean="0"/>
              <a:t>‹#›</a:t>
            </a:fld>
            <a:endParaRPr lang="en-US" dirty="0"/>
          </a:p>
        </p:txBody>
      </p:sp>
      <p:pic>
        <p:nvPicPr>
          <p:cNvPr id="15" name="Picture 14" descr="LOGO_LARGE.png">
            <a:extLst>
              <a:ext uri="{FF2B5EF4-FFF2-40B4-BE49-F238E27FC236}">
                <a16:creationId xmlns:a16="http://schemas.microsoft.com/office/drawing/2014/main" id="{9FCD78BA-1906-7741-B889-933956EAD6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88212" y="6255216"/>
            <a:ext cx="1691596" cy="527091"/>
          </a:xfrm>
          <a:prstGeom prst="roundRect">
            <a:avLst>
              <a:gd name="adj" fmla="val 7666"/>
            </a:avLst>
          </a:prstGeom>
          <a:noFill/>
          <a:ln>
            <a:noFill/>
          </a:ln>
          <a:effectLst/>
        </p:spPr>
      </p:pic>
    </p:spTree>
    <p:extLst>
      <p:ext uri="{BB962C8B-B14F-4D97-AF65-F5344CB8AC3E}">
        <p14:creationId xmlns:p14="http://schemas.microsoft.com/office/powerpoint/2010/main" val="19907473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large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054B-7A3F-A340-A7C6-7A1CFD448086}"/>
              </a:ext>
            </a:extLst>
          </p:cNvPr>
          <p:cNvSpPr>
            <a:spLocks noGrp="1"/>
          </p:cNvSpPr>
          <p:nvPr>
            <p:ph type="title"/>
          </p:nvPr>
        </p:nvSpPr>
        <p:spPr>
          <a:xfrm>
            <a:off x="543697" y="76841"/>
            <a:ext cx="11096367" cy="82391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541AFEC-1A4E-F142-9078-A51F1A1C929A}"/>
              </a:ext>
            </a:extLst>
          </p:cNvPr>
          <p:cNvSpPr>
            <a:spLocks noGrp="1"/>
          </p:cNvSpPr>
          <p:nvPr>
            <p:ph type="body" idx="1"/>
          </p:nvPr>
        </p:nvSpPr>
        <p:spPr>
          <a:xfrm>
            <a:off x="543698" y="900753"/>
            <a:ext cx="54538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6873B0-5895-4341-A527-C8C2BE8C233D}"/>
              </a:ext>
            </a:extLst>
          </p:cNvPr>
          <p:cNvSpPr>
            <a:spLocks noGrp="1"/>
          </p:cNvSpPr>
          <p:nvPr>
            <p:ph sz="half" idx="2"/>
          </p:nvPr>
        </p:nvSpPr>
        <p:spPr>
          <a:xfrm>
            <a:off x="543698" y="1724664"/>
            <a:ext cx="5453878"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59B2E-3317-7149-96D5-6856784B3663}"/>
              </a:ext>
            </a:extLst>
          </p:cNvPr>
          <p:cNvSpPr>
            <a:spLocks noGrp="1"/>
          </p:cNvSpPr>
          <p:nvPr>
            <p:ph type="body" sz="quarter" idx="3"/>
          </p:nvPr>
        </p:nvSpPr>
        <p:spPr>
          <a:xfrm>
            <a:off x="6172199" y="900753"/>
            <a:ext cx="54678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773D2-FFEC-C843-852A-FDDDC1424751}"/>
              </a:ext>
            </a:extLst>
          </p:cNvPr>
          <p:cNvSpPr>
            <a:spLocks noGrp="1"/>
          </p:cNvSpPr>
          <p:nvPr>
            <p:ph sz="quarter" idx="4"/>
          </p:nvPr>
        </p:nvSpPr>
        <p:spPr>
          <a:xfrm>
            <a:off x="6172199" y="1724664"/>
            <a:ext cx="5467865"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74533-C805-9D44-8121-78312DE4FC20}"/>
              </a:ext>
            </a:extLst>
          </p:cNvPr>
          <p:cNvSpPr>
            <a:spLocks noGrp="1"/>
          </p:cNvSpPr>
          <p:nvPr>
            <p:ph type="dt" sz="half" idx="10"/>
          </p:nvPr>
        </p:nvSpPr>
        <p:spPr/>
        <p:txBody>
          <a:bodyPr/>
          <a:lstStyle/>
          <a:p>
            <a:fld id="{AB4C8664-D55A-B944-B007-2DEFEDE3B06A}" type="datetime1">
              <a:rPr lang="en-US" smtClean="0"/>
              <a:t>9/17/2026</a:t>
            </a:fld>
            <a:endParaRPr lang="en-US" dirty="0"/>
          </a:p>
        </p:txBody>
      </p:sp>
      <p:sp>
        <p:nvSpPr>
          <p:cNvPr id="8" name="Footer Placeholder 7">
            <a:extLst>
              <a:ext uri="{FF2B5EF4-FFF2-40B4-BE49-F238E27FC236}">
                <a16:creationId xmlns:a16="http://schemas.microsoft.com/office/drawing/2014/main" id="{12064C43-C5D6-0A46-8640-AE889351634E}"/>
              </a:ext>
            </a:extLst>
          </p:cNvPr>
          <p:cNvSpPr>
            <a:spLocks noGrp="1"/>
          </p:cNvSpPr>
          <p:nvPr>
            <p:ph type="ftr" sz="quarter" idx="11"/>
          </p:nvPr>
        </p:nvSpPr>
        <p:spPr/>
        <p:txBody>
          <a:bodyPr/>
          <a:lstStyle/>
          <a:p>
            <a:r>
              <a:rPr lang="en-US" dirty="0"/>
              <a:t>All Rights Reserved</a:t>
            </a:r>
          </a:p>
        </p:txBody>
      </p:sp>
      <p:sp>
        <p:nvSpPr>
          <p:cNvPr id="10" name="Rectangle 9">
            <a:extLst>
              <a:ext uri="{FF2B5EF4-FFF2-40B4-BE49-F238E27FC236}">
                <a16:creationId xmlns:a16="http://schemas.microsoft.com/office/drawing/2014/main" id="{9973F989-AD75-D441-87AE-60365255D4F4}"/>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Rectangle 10">
            <a:extLst>
              <a:ext uri="{FF2B5EF4-FFF2-40B4-BE49-F238E27FC236}">
                <a16:creationId xmlns:a16="http://schemas.microsoft.com/office/drawing/2014/main" id="{B6B46FFE-11D4-8445-BC8E-C897D0749B2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2" name="Slide Number Placeholder 3">
            <a:extLst>
              <a:ext uri="{FF2B5EF4-FFF2-40B4-BE49-F238E27FC236}">
                <a16:creationId xmlns:a16="http://schemas.microsoft.com/office/drawing/2014/main" id="{1B166507-44A7-6B44-BD1F-3CCA3F26AD19}"/>
              </a:ext>
            </a:extLst>
          </p:cNvPr>
          <p:cNvSpPr>
            <a:spLocks noGrp="1"/>
          </p:cNvSpPr>
          <p:nvPr>
            <p:ph type="sldNum" sz="quarter" idx="12"/>
          </p:nvPr>
        </p:nvSpPr>
        <p:spPr>
          <a:xfrm>
            <a:off x="8610599" y="6356350"/>
            <a:ext cx="1045465" cy="365125"/>
          </a:xfrm>
        </p:spPr>
        <p:txBody>
          <a:bodyPr/>
          <a:lstStyle/>
          <a:p>
            <a:fld id="{ED9688CE-63DC-1743-BB7A-BBD3733C53A7}" type="slidenum">
              <a:rPr lang="en-US" smtClean="0"/>
              <a:t>‹#›</a:t>
            </a:fld>
            <a:endParaRPr lang="en-US" dirty="0"/>
          </a:p>
        </p:txBody>
      </p:sp>
      <p:pic>
        <p:nvPicPr>
          <p:cNvPr id="13" name="Picture 12" descr="LOGO_LARGE.png">
            <a:extLst>
              <a:ext uri="{FF2B5EF4-FFF2-40B4-BE49-F238E27FC236}">
                <a16:creationId xmlns:a16="http://schemas.microsoft.com/office/drawing/2014/main" id="{5757BF0F-049A-A44C-ADC4-F7E0E34412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6064" y="5995924"/>
            <a:ext cx="2523744" cy="786384"/>
          </a:xfrm>
          <a:prstGeom prst="roundRect">
            <a:avLst>
              <a:gd name="adj" fmla="val 7666"/>
            </a:avLst>
          </a:prstGeom>
          <a:noFill/>
          <a:ln>
            <a:noFill/>
          </a:ln>
          <a:effectLst/>
        </p:spPr>
      </p:pic>
    </p:spTree>
    <p:extLst>
      <p:ext uri="{BB962C8B-B14F-4D97-AF65-F5344CB8AC3E}">
        <p14:creationId xmlns:p14="http://schemas.microsoft.com/office/powerpoint/2010/main" val="37190561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grey 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054B-7A3F-A340-A7C6-7A1CFD448086}"/>
              </a:ext>
            </a:extLst>
          </p:cNvPr>
          <p:cNvSpPr>
            <a:spLocks noGrp="1"/>
          </p:cNvSpPr>
          <p:nvPr>
            <p:ph type="title"/>
          </p:nvPr>
        </p:nvSpPr>
        <p:spPr>
          <a:xfrm>
            <a:off x="543697" y="76841"/>
            <a:ext cx="11096367" cy="82391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541AFEC-1A4E-F142-9078-A51F1A1C929A}"/>
              </a:ext>
            </a:extLst>
          </p:cNvPr>
          <p:cNvSpPr>
            <a:spLocks noGrp="1"/>
          </p:cNvSpPr>
          <p:nvPr>
            <p:ph type="body" idx="1"/>
          </p:nvPr>
        </p:nvSpPr>
        <p:spPr>
          <a:xfrm>
            <a:off x="543698" y="900753"/>
            <a:ext cx="5453878" cy="823912"/>
          </a:xfrm>
        </p:spPr>
        <p:txBody>
          <a:bodyPr anchor="b">
            <a:normAutofit/>
          </a:bodyPr>
          <a:lstStyle>
            <a:lvl1pPr marL="0" indent="0" algn="ctr">
              <a:buNone/>
              <a:defRPr sz="3200" b="1" u="sng"/>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6873B0-5895-4341-A527-C8C2BE8C233D}"/>
              </a:ext>
            </a:extLst>
          </p:cNvPr>
          <p:cNvSpPr>
            <a:spLocks noGrp="1"/>
          </p:cNvSpPr>
          <p:nvPr>
            <p:ph sz="half" idx="2"/>
          </p:nvPr>
        </p:nvSpPr>
        <p:spPr>
          <a:xfrm>
            <a:off x="543698" y="1724665"/>
            <a:ext cx="5453878" cy="39903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9859B2E-3317-7149-96D5-6856784B3663}"/>
              </a:ext>
            </a:extLst>
          </p:cNvPr>
          <p:cNvSpPr>
            <a:spLocks noGrp="1"/>
          </p:cNvSpPr>
          <p:nvPr>
            <p:ph type="body" sz="quarter" idx="3"/>
          </p:nvPr>
        </p:nvSpPr>
        <p:spPr>
          <a:xfrm>
            <a:off x="6172199" y="900753"/>
            <a:ext cx="5467865" cy="823912"/>
          </a:xfrm>
        </p:spPr>
        <p:txBody>
          <a:bodyPr anchor="b">
            <a:normAutofit/>
          </a:bodyPr>
          <a:lstStyle>
            <a:lvl1pPr marL="0" indent="0" algn="ctr">
              <a:buNone/>
              <a:defRPr sz="3200" b="1" u="sng"/>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773D2-FFEC-C843-852A-FDDDC1424751}"/>
              </a:ext>
            </a:extLst>
          </p:cNvPr>
          <p:cNvSpPr>
            <a:spLocks noGrp="1"/>
          </p:cNvSpPr>
          <p:nvPr>
            <p:ph sz="quarter" idx="4"/>
          </p:nvPr>
        </p:nvSpPr>
        <p:spPr>
          <a:xfrm>
            <a:off x="6172199" y="1724665"/>
            <a:ext cx="5467865" cy="39903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9973F989-AD75-D441-87AE-60365255D4F4}"/>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Rectangle 10">
            <a:extLst>
              <a:ext uri="{FF2B5EF4-FFF2-40B4-BE49-F238E27FC236}">
                <a16:creationId xmlns:a16="http://schemas.microsoft.com/office/drawing/2014/main" id="{B6B46FFE-11D4-8445-BC8E-C897D0749B2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4" name="Rectangle 13">
            <a:extLst>
              <a:ext uri="{FF2B5EF4-FFF2-40B4-BE49-F238E27FC236}">
                <a16:creationId xmlns:a16="http://schemas.microsoft.com/office/drawing/2014/main" id="{7E890B13-00E6-5742-89DE-3CBA3DCF42FF}"/>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5" name="Slide Number Placeholder 3">
            <a:extLst>
              <a:ext uri="{FF2B5EF4-FFF2-40B4-BE49-F238E27FC236}">
                <a16:creationId xmlns:a16="http://schemas.microsoft.com/office/drawing/2014/main" id="{683A9F34-69B6-B04D-83AD-192D7A7B9E2F}"/>
              </a:ext>
            </a:extLst>
          </p:cNvPr>
          <p:cNvSpPr>
            <a:spLocks noGrp="1"/>
          </p:cNvSpPr>
          <p:nvPr>
            <p:ph type="sldNum" sz="quarter" idx="12"/>
          </p:nvPr>
        </p:nvSpPr>
        <p:spPr>
          <a:xfrm>
            <a:off x="8610600" y="6356350"/>
            <a:ext cx="1045464"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pic>
        <p:nvPicPr>
          <p:cNvPr id="16" name="Picture 15">
            <a:extLst>
              <a:ext uri="{FF2B5EF4-FFF2-40B4-BE49-F238E27FC236}">
                <a16:creationId xmlns:a16="http://schemas.microsoft.com/office/drawing/2014/main" id="{BFFCD151-5615-9E4A-81E5-F180EE1DD2FB}"/>
              </a:ext>
            </a:extLst>
          </p:cNvPr>
          <p:cNvPicPr>
            <a:picLocks noChangeAspect="1"/>
          </p:cNvPicPr>
          <p:nvPr userDrawn="1"/>
        </p:nvPicPr>
        <p:blipFill>
          <a:blip r:embed="rId2"/>
          <a:stretch>
            <a:fillRect/>
          </a:stretch>
        </p:blipFill>
        <p:spPr>
          <a:xfrm>
            <a:off x="9656064" y="5907024"/>
            <a:ext cx="2523744" cy="785241"/>
          </a:xfrm>
          <a:prstGeom prst="rect">
            <a:avLst/>
          </a:prstGeom>
        </p:spPr>
      </p:pic>
      <p:sp>
        <p:nvSpPr>
          <p:cNvPr id="17" name="Date Placeholder 4">
            <a:extLst>
              <a:ext uri="{FF2B5EF4-FFF2-40B4-BE49-F238E27FC236}">
                <a16:creationId xmlns:a16="http://schemas.microsoft.com/office/drawing/2014/main" id="{CA824291-7239-F846-9833-CAB56F80EA31}"/>
              </a:ext>
            </a:extLst>
          </p:cNvPr>
          <p:cNvSpPr>
            <a:spLocks noGrp="1"/>
          </p:cNvSpPr>
          <p:nvPr>
            <p:ph type="dt" sz="half" idx="10"/>
          </p:nvPr>
        </p:nvSpPr>
        <p:spPr>
          <a:xfrm>
            <a:off x="543697" y="6356350"/>
            <a:ext cx="3037703" cy="365125"/>
          </a:xfrm>
        </p:spPr>
        <p:txBody>
          <a:bodyPr/>
          <a:lstStyle>
            <a:lvl1pPr>
              <a:defRPr>
                <a:solidFill>
                  <a:schemeClr val="bg1">
                    <a:lumMod val="85000"/>
                  </a:schemeClr>
                </a:solidFill>
              </a:defRPr>
            </a:lvl1pPr>
          </a:lstStyle>
          <a:p>
            <a:fld id="{C8FDBD15-C033-E14A-8F59-3E082E0DE59F}" type="datetime1">
              <a:rPr lang="en-US" smtClean="0"/>
              <a:pPr/>
              <a:t>9/17/2026</a:t>
            </a:fld>
            <a:endParaRPr lang="en-US" dirty="0"/>
          </a:p>
        </p:txBody>
      </p:sp>
      <p:sp>
        <p:nvSpPr>
          <p:cNvPr id="18" name="Footer Placeholder 5">
            <a:extLst>
              <a:ext uri="{FF2B5EF4-FFF2-40B4-BE49-F238E27FC236}">
                <a16:creationId xmlns:a16="http://schemas.microsoft.com/office/drawing/2014/main" id="{25187DA8-1F57-3A40-BA42-40481BD23137}"/>
              </a:ext>
            </a:extLst>
          </p:cNvPr>
          <p:cNvSpPr>
            <a:spLocks noGrp="1"/>
          </p:cNvSpPr>
          <p:nvPr>
            <p:ph type="ftr" sz="quarter" idx="11"/>
          </p:nvPr>
        </p:nvSpPr>
        <p:spPr>
          <a:xfrm>
            <a:off x="4038600" y="6356350"/>
            <a:ext cx="4114800" cy="365125"/>
          </a:xfrm>
        </p:spPr>
        <p:txBody>
          <a:bodyPr/>
          <a:lstStyle>
            <a:lvl1pPr>
              <a:defRPr>
                <a:solidFill>
                  <a:schemeClr val="bg1">
                    <a:lumMod val="85000"/>
                  </a:schemeClr>
                </a:solidFill>
              </a:defRPr>
            </a:lvl1pPr>
          </a:lstStyle>
          <a:p>
            <a:r>
              <a:rPr lang="en-US" dirty="0"/>
              <a:t>All Rights Reserved</a:t>
            </a:r>
          </a:p>
        </p:txBody>
      </p:sp>
    </p:spTree>
    <p:extLst>
      <p:ext uri="{BB962C8B-B14F-4D97-AF65-F5344CB8AC3E}">
        <p14:creationId xmlns:p14="http://schemas.microsoft.com/office/powerpoint/2010/main" val="5171470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mparison (blue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541AFEC-1A4E-F142-9078-A51F1A1C929A}"/>
              </a:ext>
            </a:extLst>
          </p:cNvPr>
          <p:cNvSpPr>
            <a:spLocks noGrp="1"/>
          </p:cNvSpPr>
          <p:nvPr>
            <p:ph type="body" idx="1"/>
          </p:nvPr>
        </p:nvSpPr>
        <p:spPr>
          <a:xfrm>
            <a:off x="543698" y="900753"/>
            <a:ext cx="54538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6873B0-5895-4341-A527-C8C2BE8C233D}"/>
              </a:ext>
            </a:extLst>
          </p:cNvPr>
          <p:cNvSpPr>
            <a:spLocks noGrp="1"/>
          </p:cNvSpPr>
          <p:nvPr>
            <p:ph sz="half" idx="2"/>
          </p:nvPr>
        </p:nvSpPr>
        <p:spPr>
          <a:xfrm>
            <a:off x="543698" y="1724664"/>
            <a:ext cx="5453878"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59B2E-3317-7149-96D5-6856784B3663}"/>
              </a:ext>
            </a:extLst>
          </p:cNvPr>
          <p:cNvSpPr>
            <a:spLocks noGrp="1"/>
          </p:cNvSpPr>
          <p:nvPr>
            <p:ph type="body" sz="quarter" idx="3"/>
          </p:nvPr>
        </p:nvSpPr>
        <p:spPr>
          <a:xfrm>
            <a:off x="6172199" y="900753"/>
            <a:ext cx="54678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773D2-FFEC-C843-852A-FDDDC1424751}"/>
              </a:ext>
            </a:extLst>
          </p:cNvPr>
          <p:cNvSpPr>
            <a:spLocks noGrp="1"/>
          </p:cNvSpPr>
          <p:nvPr>
            <p:ph sz="quarter" idx="4"/>
          </p:nvPr>
        </p:nvSpPr>
        <p:spPr>
          <a:xfrm>
            <a:off x="6172199" y="1724664"/>
            <a:ext cx="5467865"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74533-C805-9D44-8121-78312DE4FC20}"/>
              </a:ext>
            </a:extLst>
          </p:cNvPr>
          <p:cNvSpPr>
            <a:spLocks noGrp="1"/>
          </p:cNvSpPr>
          <p:nvPr>
            <p:ph type="dt" sz="half" idx="10"/>
          </p:nvPr>
        </p:nvSpPr>
        <p:spPr/>
        <p:txBody>
          <a:bodyPr/>
          <a:lstStyle/>
          <a:p>
            <a:fld id="{AB4C8664-D55A-B944-B007-2DEFEDE3B06A}" type="datetime1">
              <a:rPr lang="en-US" smtClean="0"/>
              <a:t>9/17/2026</a:t>
            </a:fld>
            <a:endParaRPr lang="en-US" dirty="0"/>
          </a:p>
        </p:txBody>
      </p:sp>
      <p:sp>
        <p:nvSpPr>
          <p:cNvPr id="8" name="Footer Placeholder 7">
            <a:extLst>
              <a:ext uri="{FF2B5EF4-FFF2-40B4-BE49-F238E27FC236}">
                <a16:creationId xmlns:a16="http://schemas.microsoft.com/office/drawing/2014/main" id="{12064C43-C5D6-0A46-8640-AE889351634E}"/>
              </a:ext>
            </a:extLst>
          </p:cNvPr>
          <p:cNvSpPr>
            <a:spLocks noGrp="1"/>
          </p:cNvSpPr>
          <p:nvPr>
            <p:ph type="ftr" sz="quarter" idx="11"/>
          </p:nvPr>
        </p:nvSpPr>
        <p:spPr/>
        <p:txBody>
          <a:bodyPr/>
          <a:lstStyle/>
          <a:p>
            <a:r>
              <a:rPr lang="en-US" dirty="0"/>
              <a:t>All Rights Reserved</a:t>
            </a:r>
          </a:p>
        </p:txBody>
      </p:sp>
      <p:sp>
        <p:nvSpPr>
          <p:cNvPr id="10" name="Rectangle 9">
            <a:extLst>
              <a:ext uri="{FF2B5EF4-FFF2-40B4-BE49-F238E27FC236}">
                <a16:creationId xmlns:a16="http://schemas.microsoft.com/office/drawing/2014/main" id="{9973F989-AD75-D441-87AE-60365255D4F4}"/>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Rectangle 10">
            <a:extLst>
              <a:ext uri="{FF2B5EF4-FFF2-40B4-BE49-F238E27FC236}">
                <a16:creationId xmlns:a16="http://schemas.microsoft.com/office/drawing/2014/main" id="{B6B46FFE-11D4-8445-BC8E-C897D0749B2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4" name="Slide Number Placeholder 3">
            <a:extLst>
              <a:ext uri="{FF2B5EF4-FFF2-40B4-BE49-F238E27FC236}">
                <a16:creationId xmlns:a16="http://schemas.microsoft.com/office/drawing/2014/main" id="{C8343B80-26AE-A34B-AAE7-0D6F1B0C4E23}"/>
              </a:ext>
            </a:extLst>
          </p:cNvPr>
          <p:cNvSpPr>
            <a:spLocks noGrp="1"/>
          </p:cNvSpPr>
          <p:nvPr>
            <p:ph type="sldNum" sz="quarter" idx="12"/>
          </p:nvPr>
        </p:nvSpPr>
        <p:spPr>
          <a:xfrm>
            <a:off x="8610599" y="6356350"/>
            <a:ext cx="3029465" cy="365125"/>
          </a:xfrm>
        </p:spPr>
        <p:txBody>
          <a:bodyPr/>
          <a:lstStyle/>
          <a:p>
            <a:fld id="{ED9688CE-63DC-1743-BB7A-BBD3733C53A7}" type="slidenum">
              <a:rPr lang="en-US" smtClean="0"/>
              <a:t>‹#›</a:t>
            </a:fld>
            <a:endParaRPr lang="en-US" dirty="0"/>
          </a:p>
        </p:txBody>
      </p:sp>
      <p:sp>
        <p:nvSpPr>
          <p:cNvPr id="12" name="Rectangle 11">
            <a:extLst>
              <a:ext uri="{FF2B5EF4-FFF2-40B4-BE49-F238E27FC236}">
                <a16:creationId xmlns:a16="http://schemas.microsoft.com/office/drawing/2014/main" id="{330551B7-2543-F64C-A7E4-DFA52D8C9180}"/>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3" name="Rectangle 12">
            <a:extLst>
              <a:ext uri="{FF2B5EF4-FFF2-40B4-BE49-F238E27FC236}">
                <a16:creationId xmlns:a16="http://schemas.microsoft.com/office/drawing/2014/main" id="{2CF0F857-D70F-FF4B-B57C-746CC9D9DDAB}"/>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5" name="Picture 14">
            <a:extLst>
              <a:ext uri="{FF2B5EF4-FFF2-40B4-BE49-F238E27FC236}">
                <a16:creationId xmlns:a16="http://schemas.microsoft.com/office/drawing/2014/main" id="{2824C9D6-46DC-8E48-8C96-2D38B2DDA38E}"/>
              </a:ext>
            </a:extLst>
          </p:cNvPr>
          <p:cNvPicPr>
            <a:picLocks noChangeAspect="1"/>
          </p:cNvPicPr>
          <p:nvPr userDrawn="1"/>
        </p:nvPicPr>
        <p:blipFill>
          <a:blip r:embed="rId2"/>
          <a:stretch>
            <a:fillRect/>
          </a:stretch>
        </p:blipFill>
        <p:spPr>
          <a:xfrm>
            <a:off x="9555017" y="149142"/>
            <a:ext cx="2624283" cy="816523"/>
          </a:xfrm>
          <a:prstGeom prst="rect">
            <a:avLst/>
          </a:prstGeom>
        </p:spPr>
      </p:pic>
      <p:sp>
        <p:nvSpPr>
          <p:cNvPr id="16" name="Title 1">
            <a:extLst>
              <a:ext uri="{FF2B5EF4-FFF2-40B4-BE49-F238E27FC236}">
                <a16:creationId xmlns:a16="http://schemas.microsoft.com/office/drawing/2014/main" id="{7BB8DE72-28C9-3D4B-9D2E-843593B299F9}"/>
              </a:ext>
            </a:extLst>
          </p:cNvPr>
          <p:cNvSpPr>
            <a:spLocks noGrp="1"/>
          </p:cNvSpPr>
          <p:nvPr>
            <p:ph type="title"/>
          </p:nvPr>
        </p:nvSpPr>
        <p:spPr>
          <a:xfrm>
            <a:off x="543697" y="0"/>
            <a:ext cx="11104606" cy="1114808"/>
          </a:xfrm>
        </p:spPr>
        <p:txBody>
          <a:bodyPr/>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13656802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mparison (blue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541AFEC-1A4E-F142-9078-A51F1A1C929A}"/>
              </a:ext>
            </a:extLst>
          </p:cNvPr>
          <p:cNvSpPr>
            <a:spLocks noGrp="1"/>
          </p:cNvSpPr>
          <p:nvPr>
            <p:ph type="body" idx="1"/>
          </p:nvPr>
        </p:nvSpPr>
        <p:spPr>
          <a:xfrm>
            <a:off x="543698" y="900753"/>
            <a:ext cx="54538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6873B0-5895-4341-A527-C8C2BE8C233D}"/>
              </a:ext>
            </a:extLst>
          </p:cNvPr>
          <p:cNvSpPr>
            <a:spLocks noGrp="1"/>
          </p:cNvSpPr>
          <p:nvPr>
            <p:ph sz="half" idx="2"/>
          </p:nvPr>
        </p:nvSpPr>
        <p:spPr>
          <a:xfrm>
            <a:off x="543698" y="1724664"/>
            <a:ext cx="5453878"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59B2E-3317-7149-96D5-6856784B3663}"/>
              </a:ext>
            </a:extLst>
          </p:cNvPr>
          <p:cNvSpPr>
            <a:spLocks noGrp="1"/>
          </p:cNvSpPr>
          <p:nvPr>
            <p:ph type="body" sz="quarter" idx="3"/>
          </p:nvPr>
        </p:nvSpPr>
        <p:spPr>
          <a:xfrm>
            <a:off x="6172199" y="900753"/>
            <a:ext cx="54678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773D2-FFEC-C843-852A-FDDDC1424751}"/>
              </a:ext>
            </a:extLst>
          </p:cNvPr>
          <p:cNvSpPr>
            <a:spLocks noGrp="1"/>
          </p:cNvSpPr>
          <p:nvPr>
            <p:ph sz="quarter" idx="4"/>
          </p:nvPr>
        </p:nvSpPr>
        <p:spPr>
          <a:xfrm>
            <a:off x="6172199" y="1724664"/>
            <a:ext cx="5467865"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74533-C805-9D44-8121-78312DE4FC20}"/>
              </a:ext>
            </a:extLst>
          </p:cNvPr>
          <p:cNvSpPr>
            <a:spLocks noGrp="1"/>
          </p:cNvSpPr>
          <p:nvPr>
            <p:ph type="dt" sz="half" idx="10"/>
          </p:nvPr>
        </p:nvSpPr>
        <p:spPr/>
        <p:txBody>
          <a:bodyPr/>
          <a:lstStyle/>
          <a:p>
            <a:fld id="{AB4C8664-D55A-B944-B007-2DEFEDE3B06A}" type="datetime1">
              <a:rPr lang="en-US" smtClean="0"/>
              <a:t>9/17/2026</a:t>
            </a:fld>
            <a:endParaRPr lang="en-US" dirty="0"/>
          </a:p>
        </p:txBody>
      </p:sp>
      <p:sp>
        <p:nvSpPr>
          <p:cNvPr id="8" name="Footer Placeholder 7">
            <a:extLst>
              <a:ext uri="{FF2B5EF4-FFF2-40B4-BE49-F238E27FC236}">
                <a16:creationId xmlns:a16="http://schemas.microsoft.com/office/drawing/2014/main" id="{12064C43-C5D6-0A46-8640-AE889351634E}"/>
              </a:ext>
            </a:extLst>
          </p:cNvPr>
          <p:cNvSpPr>
            <a:spLocks noGrp="1"/>
          </p:cNvSpPr>
          <p:nvPr>
            <p:ph type="ftr" sz="quarter" idx="11"/>
          </p:nvPr>
        </p:nvSpPr>
        <p:spPr/>
        <p:txBody>
          <a:bodyPr/>
          <a:lstStyle/>
          <a:p>
            <a:r>
              <a:rPr lang="en-US" dirty="0"/>
              <a:t>All Rights Reserved</a:t>
            </a:r>
          </a:p>
        </p:txBody>
      </p:sp>
      <p:sp>
        <p:nvSpPr>
          <p:cNvPr id="10" name="Rectangle 9">
            <a:extLst>
              <a:ext uri="{FF2B5EF4-FFF2-40B4-BE49-F238E27FC236}">
                <a16:creationId xmlns:a16="http://schemas.microsoft.com/office/drawing/2014/main" id="{9973F989-AD75-D441-87AE-60365255D4F4}"/>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Rectangle 10">
            <a:extLst>
              <a:ext uri="{FF2B5EF4-FFF2-40B4-BE49-F238E27FC236}">
                <a16:creationId xmlns:a16="http://schemas.microsoft.com/office/drawing/2014/main" id="{B6B46FFE-11D4-8445-BC8E-C897D0749B2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4" name="Slide Number Placeholder 3">
            <a:extLst>
              <a:ext uri="{FF2B5EF4-FFF2-40B4-BE49-F238E27FC236}">
                <a16:creationId xmlns:a16="http://schemas.microsoft.com/office/drawing/2014/main" id="{C8343B80-26AE-A34B-AAE7-0D6F1B0C4E23}"/>
              </a:ext>
            </a:extLst>
          </p:cNvPr>
          <p:cNvSpPr>
            <a:spLocks noGrp="1"/>
          </p:cNvSpPr>
          <p:nvPr>
            <p:ph type="sldNum" sz="quarter" idx="12"/>
          </p:nvPr>
        </p:nvSpPr>
        <p:spPr>
          <a:xfrm>
            <a:off x="8610599" y="6356350"/>
            <a:ext cx="3029465" cy="365125"/>
          </a:xfrm>
        </p:spPr>
        <p:txBody>
          <a:bodyPr/>
          <a:lstStyle/>
          <a:p>
            <a:fld id="{ED9688CE-63DC-1743-BB7A-BBD3733C53A7}" type="slidenum">
              <a:rPr lang="en-US" smtClean="0"/>
              <a:t>‹#›</a:t>
            </a:fld>
            <a:endParaRPr lang="en-US" dirty="0"/>
          </a:p>
        </p:txBody>
      </p:sp>
      <p:sp>
        <p:nvSpPr>
          <p:cNvPr id="12" name="Rectangle 11">
            <a:extLst>
              <a:ext uri="{FF2B5EF4-FFF2-40B4-BE49-F238E27FC236}">
                <a16:creationId xmlns:a16="http://schemas.microsoft.com/office/drawing/2014/main" id="{330551B7-2543-F64C-A7E4-DFA52D8C9180}"/>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3" name="Rectangle 12">
            <a:extLst>
              <a:ext uri="{FF2B5EF4-FFF2-40B4-BE49-F238E27FC236}">
                <a16:creationId xmlns:a16="http://schemas.microsoft.com/office/drawing/2014/main" id="{2CF0F857-D70F-FF4B-B57C-746CC9D9DDAB}"/>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6" name="Title 1">
            <a:extLst>
              <a:ext uri="{FF2B5EF4-FFF2-40B4-BE49-F238E27FC236}">
                <a16:creationId xmlns:a16="http://schemas.microsoft.com/office/drawing/2014/main" id="{7BB8DE72-28C9-3D4B-9D2E-843593B299F9}"/>
              </a:ext>
            </a:extLst>
          </p:cNvPr>
          <p:cNvSpPr>
            <a:spLocks noGrp="1"/>
          </p:cNvSpPr>
          <p:nvPr>
            <p:ph type="title"/>
          </p:nvPr>
        </p:nvSpPr>
        <p:spPr>
          <a:xfrm>
            <a:off x="543697" y="0"/>
            <a:ext cx="11104606" cy="1114808"/>
          </a:xfrm>
        </p:spPr>
        <p:txBody>
          <a:bodyPr/>
          <a:lstStyle>
            <a:lvl1pPr>
              <a:defRPr>
                <a:solidFill>
                  <a:schemeClr val="bg2"/>
                </a:solidFill>
              </a:defRPr>
            </a:lvl1pPr>
          </a:lstStyle>
          <a:p>
            <a:r>
              <a:rPr lang="en-US"/>
              <a:t>Click to edit Master title style</a:t>
            </a:r>
            <a:endParaRPr lang="en-US" dirty="0"/>
          </a:p>
        </p:txBody>
      </p:sp>
      <p:pic>
        <p:nvPicPr>
          <p:cNvPr id="17" name="Picture 16">
            <a:extLst>
              <a:ext uri="{FF2B5EF4-FFF2-40B4-BE49-F238E27FC236}">
                <a16:creationId xmlns:a16="http://schemas.microsoft.com/office/drawing/2014/main" id="{065ED032-7232-4627-BCF6-9911B404570A}"/>
              </a:ext>
            </a:extLst>
          </p:cNvPr>
          <p:cNvPicPr>
            <a:picLocks noChangeAspect="1"/>
          </p:cNvPicPr>
          <p:nvPr userDrawn="1"/>
        </p:nvPicPr>
        <p:blipFill>
          <a:blip r:embed="rId2">
            <a:alphaModFix/>
            <a:lum bright="100000" contrast="-100000"/>
          </a:blip>
          <a:stretch>
            <a:fillRect/>
          </a:stretch>
        </p:blipFill>
        <p:spPr>
          <a:xfrm>
            <a:off x="9659025" y="313317"/>
            <a:ext cx="2260600" cy="578934"/>
          </a:xfrm>
          <a:prstGeom prst="rect">
            <a:avLst/>
          </a:prstGeom>
        </p:spPr>
      </p:pic>
    </p:spTree>
    <p:extLst>
      <p:ext uri="{BB962C8B-B14F-4D97-AF65-F5344CB8AC3E}">
        <p14:creationId xmlns:p14="http://schemas.microsoft.com/office/powerpoint/2010/main" val="23376020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blue header no logo)">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541AFEC-1A4E-F142-9078-A51F1A1C929A}"/>
              </a:ext>
            </a:extLst>
          </p:cNvPr>
          <p:cNvSpPr>
            <a:spLocks noGrp="1"/>
          </p:cNvSpPr>
          <p:nvPr>
            <p:ph type="body" idx="1"/>
          </p:nvPr>
        </p:nvSpPr>
        <p:spPr>
          <a:xfrm>
            <a:off x="543698" y="900753"/>
            <a:ext cx="54538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6873B0-5895-4341-A527-C8C2BE8C233D}"/>
              </a:ext>
            </a:extLst>
          </p:cNvPr>
          <p:cNvSpPr>
            <a:spLocks noGrp="1"/>
          </p:cNvSpPr>
          <p:nvPr>
            <p:ph sz="half" idx="2"/>
          </p:nvPr>
        </p:nvSpPr>
        <p:spPr>
          <a:xfrm>
            <a:off x="543698" y="1724664"/>
            <a:ext cx="5453878"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59B2E-3317-7149-96D5-6856784B3663}"/>
              </a:ext>
            </a:extLst>
          </p:cNvPr>
          <p:cNvSpPr>
            <a:spLocks noGrp="1"/>
          </p:cNvSpPr>
          <p:nvPr>
            <p:ph type="body" sz="quarter" idx="3"/>
          </p:nvPr>
        </p:nvSpPr>
        <p:spPr>
          <a:xfrm>
            <a:off x="6172199" y="900753"/>
            <a:ext cx="54678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773D2-FFEC-C843-852A-FDDDC1424751}"/>
              </a:ext>
            </a:extLst>
          </p:cNvPr>
          <p:cNvSpPr>
            <a:spLocks noGrp="1"/>
          </p:cNvSpPr>
          <p:nvPr>
            <p:ph sz="quarter" idx="4"/>
          </p:nvPr>
        </p:nvSpPr>
        <p:spPr>
          <a:xfrm>
            <a:off x="6172199" y="1724664"/>
            <a:ext cx="5467865" cy="4271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74533-C805-9D44-8121-78312DE4FC20}"/>
              </a:ext>
            </a:extLst>
          </p:cNvPr>
          <p:cNvSpPr>
            <a:spLocks noGrp="1"/>
          </p:cNvSpPr>
          <p:nvPr>
            <p:ph type="dt" sz="half" idx="10"/>
          </p:nvPr>
        </p:nvSpPr>
        <p:spPr/>
        <p:txBody>
          <a:bodyPr/>
          <a:lstStyle/>
          <a:p>
            <a:fld id="{AB4C8664-D55A-B944-B007-2DEFEDE3B06A}" type="datetime1">
              <a:rPr lang="en-US" smtClean="0"/>
              <a:t>9/17/2026</a:t>
            </a:fld>
            <a:endParaRPr lang="en-US" dirty="0"/>
          </a:p>
        </p:txBody>
      </p:sp>
      <p:sp>
        <p:nvSpPr>
          <p:cNvPr id="8" name="Footer Placeholder 7">
            <a:extLst>
              <a:ext uri="{FF2B5EF4-FFF2-40B4-BE49-F238E27FC236}">
                <a16:creationId xmlns:a16="http://schemas.microsoft.com/office/drawing/2014/main" id="{12064C43-C5D6-0A46-8640-AE889351634E}"/>
              </a:ext>
            </a:extLst>
          </p:cNvPr>
          <p:cNvSpPr>
            <a:spLocks noGrp="1"/>
          </p:cNvSpPr>
          <p:nvPr>
            <p:ph type="ftr" sz="quarter" idx="11"/>
          </p:nvPr>
        </p:nvSpPr>
        <p:spPr/>
        <p:txBody>
          <a:bodyPr/>
          <a:lstStyle/>
          <a:p>
            <a:r>
              <a:rPr lang="en-US" dirty="0"/>
              <a:t>All Rights Reserved</a:t>
            </a:r>
          </a:p>
        </p:txBody>
      </p:sp>
      <p:sp>
        <p:nvSpPr>
          <p:cNvPr id="10" name="Rectangle 9">
            <a:extLst>
              <a:ext uri="{FF2B5EF4-FFF2-40B4-BE49-F238E27FC236}">
                <a16:creationId xmlns:a16="http://schemas.microsoft.com/office/drawing/2014/main" id="{9973F989-AD75-D441-87AE-60365255D4F4}"/>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1" name="Rectangle 10">
            <a:extLst>
              <a:ext uri="{FF2B5EF4-FFF2-40B4-BE49-F238E27FC236}">
                <a16:creationId xmlns:a16="http://schemas.microsoft.com/office/drawing/2014/main" id="{B6B46FFE-11D4-8445-BC8E-C897D0749B2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4" name="Slide Number Placeholder 3">
            <a:extLst>
              <a:ext uri="{FF2B5EF4-FFF2-40B4-BE49-F238E27FC236}">
                <a16:creationId xmlns:a16="http://schemas.microsoft.com/office/drawing/2014/main" id="{C8343B80-26AE-A34B-AAE7-0D6F1B0C4E23}"/>
              </a:ext>
            </a:extLst>
          </p:cNvPr>
          <p:cNvSpPr>
            <a:spLocks noGrp="1"/>
          </p:cNvSpPr>
          <p:nvPr>
            <p:ph type="sldNum" sz="quarter" idx="12"/>
          </p:nvPr>
        </p:nvSpPr>
        <p:spPr>
          <a:xfrm>
            <a:off x="8610599" y="6356350"/>
            <a:ext cx="3029465" cy="365125"/>
          </a:xfrm>
        </p:spPr>
        <p:txBody>
          <a:bodyPr/>
          <a:lstStyle/>
          <a:p>
            <a:fld id="{ED9688CE-63DC-1743-BB7A-BBD3733C53A7}" type="slidenum">
              <a:rPr lang="en-US" smtClean="0"/>
              <a:t>‹#›</a:t>
            </a:fld>
            <a:endParaRPr lang="en-US" dirty="0"/>
          </a:p>
        </p:txBody>
      </p:sp>
      <p:sp>
        <p:nvSpPr>
          <p:cNvPr id="12" name="Rectangle 11">
            <a:extLst>
              <a:ext uri="{FF2B5EF4-FFF2-40B4-BE49-F238E27FC236}">
                <a16:creationId xmlns:a16="http://schemas.microsoft.com/office/drawing/2014/main" id="{330551B7-2543-F64C-A7E4-DFA52D8C9180}"/>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3" name="Rectangle 12">
            <a:extLst>
              <a:ext uri="{FF2B5EF4-FFF2-40B4-BE49-F238E27FC236}">
                <a16:creationId xmlns:a16="http://schemas.microsoft.com/office/drawing/2014/main" id="{2CF0F857-D70F-FF4B-B57C-746CC9D9DDAB}"/>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6" name="Title 1">
            <a:extLst>
              <a:ext uri="{FF2B5EF4-FFF2-40B4-BE49-F238E27FC236}">
                <a16:creationId xmlns:a16="http://schemas.microsoft.com/office/drawing/2014/main" id="{7BB8DE72-28C9-3D4B-9D2E-843593B299F9}"/>
              </a:ext>
            </a:extLst>
          </p:cNvPr>
          <p:cNvSpPr>
            <a:spLocks noGrp="1"/>
          </p:cNvSpPr>
          <p:nvPr>
            <p:ph type="title"/>
          </p:nvPr>
        </p:nvSpPr>
        <p:spPr>
          <a:xfrm>
            <a:off x="543697" y="0"/>
            <a:ext cx="11104606" cy="1114808"/>
          </a:xfrm>
        </p:spPr>
        <p:txBody>
          <a:bodyPr/>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42860278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1C8B3-248B-2F4B-9BD8-1A472879A768}"/>
              </a:ext>
            </a:extLst>
          </p:cNvPr>
          <p:cNvSpPr>
            <a:spLocks noGrp="1"/>
          </p:cNvSpPr>
          <p:nvPr>
            <p:ph type="title"/>
          </p:nvPr>
        </p:nvSpPr>
        <p:spPr>
          <a:xfrm>
            <a:off x="543697" y="76840"/>
            <a:ext cx="11104606" cy="1037968"/>
          </a:xfrm>
        </p:spPr>
        <p:txBody>
          <a:bodyPr/>
          <a:lstStyle/>
          <a:p>
            <a:r>
              <a:rPr lang="en-US"/>
              <a:t>Click to edit Master title style</a:t>
            </a:r>
          </a:p>
        </p:txBody>
      </p:sp>
      <p:sp>
        <p:nvSpPr>
          <p:cNvPr id="3" name="Date Placeholder 2">
            <a:extLst>
              <a:ext uri="{FF2B5EF4-FFF2-40B4-BE49-F238E27FC236}">
                <a16:creationId xmlns:a16="http://schemas.microsoft.com/office/drawing/2014/main" id="{F9ACE464-FBAF-F845-90AA-927F566FF222}"/>
              </a:ext>
            </a:extLst>
          </p:cNvPr>
          <p:cNvSpPr>
            <a:spLocks noGrp="1"/>
          </p:cNvSpPr>
          <p:nvPr>
            <p:ph type="dt" sz="half" idx="10"/>
          </p:nvPr>
        </p:nvSpPr>
        <p:spPr/>
        <p:txBody>
          <a:bodyPr/>
          <a:lstStyle/>
          <a:p>
            <a:fld id="{86964947-3F57-8640-A36D-4A6AAD84066D}" type="datetime1">
              <a:rPr lang="en-US" smtClean="0"/>
              <a:t>9/17/2026</a:t>
            </a:fld>
            <a:endParaRPr lang="en-US" dirty="0"/>
          </a:p>
        </p:txBody>
      </p:sp>
      <p:sp>
        <p:nvSpPr>
          <p:cNvPr id="4" name="Footer Placeholder 3">
            <a:extLst>
              <a:ext uri="{FF2B5EF4-FFF2-40B4-BE49-F238E27FC236}">
                <a16:creationId xmlns:a16="http://schemas.microsoft.com/office/drawing/2014/main" id="{D8F706C3-9474-5A4B-9487-EDF5AA8500CC}"/>
              </a:ext>
            </a:extLst>
          </p:cNvPr>
          <p:cNvSpPr>
            <a:spLocks noGrp="1"/>
          </p:cNvSpPr>
          <p:nvPr>
            <p:ph type="ftr" sz="quarter" idx="11"/>
          </p:nvPr>
        </p:nvSpPr>
        <p:spPr/>
        <p:txBody>
          <a:bodyPr/>
          <a:lstStyle/>
          <a:p>
            <a:r>
              <a:rPr lang="en-US" dirty="0"/>
              <a:t>All Rights Reserved</a:t>
            </a:r>
          </a:p>
        </p:txBody>
      </p:sp>
      <p:sp>
        <p:nvSpPr>
          <p:cNvPr id="6" name="Rectangle 5">
            <a:extLst>
              <a:ext uri="{FF2B5EF4-FFF2-40B4-BE49-F238E27FC236}">
                <a16:creationId xmlns:a16="http://schemas.microsoft.com/office/drawing/2014/main" id="{0E0DFB47-2EF1-8C4A-AEB7-866E247C29A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7" name="Rectangle 6">
            <a:extLst>
              <a:ext uri="{FF2B5EF4-FFF2-40B4-BE49-F238E27FC236}">
                <a16:creationId xmlns:a16="http://schemas.microsoft.com/office/drawing/2014/main" id="{312EE279-2498-254E-B397-4D26F4880498}"/>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Slide Number Placeholder 3">
            <a:extLst>
              <a:ext uri="{FF2B5EF4-FFF2-40B4-BE49-F238E27FC236}">
                <a16:creationId xmlns:a16="http://schemas.microsoft.com/office/drawing/2014/main" id="{BEB62A7F-3E89-9547-8FF2-B50CE8841C3D}"/>
              </a:ext>
            </a:extLst>
          </p:cNvPr>
          <p:cNvSpPr>
            <a:spLocks noGrp="1"/>
          </p:cNvSpPr>
          <p:nvPr>
            <p:ph type="sldNum" sz="quarter" idx="12"/>
          </p:nvPr>
        </p:nvSpPr>
        <p:spPr>
          <a:xfrm>
            <a:off x="8610600" y="6356350"/>
            <a:ext cx="3044126" cy="365125"/>
          </a:xfrm>
        </p:spPr>
        <p:txBody>
          <a:bodyPr/>
          <a:lstStyle/>
          <a:p>
            <a:fld id="{ED9688CE-63DC-1743-BB7A-BBD3733C53A7}" type="slidenum">
              <a:rPr lang="en-US" smtClean="0"/>
              <a:t>‹#›</a:t>
            </a:fld>
            <a:endParaRPr lang="en-US" dirty="0"/>
          </a:p>
        </p:txBody>
      </p:sp>
    </p:spTree>
    <p:extLst>
      <p:ext uri="{BB962C8B-B14F-4D97-AF65-F5344CB8AC3E}">
        <p14:creationId xmlns:p14="http://schemas.microsoft.com/office/powerpoint/2010/main" val="15971823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sm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1C8B3-248B-2F4B-9BD8-1A472879A768}"/>
              </a:ext>
            </a:extLst>
          </p:cNvPr>
          <p:cNvSpPr>
            <a:spLocks noGrp="1"/>
          </p:cNvSpPr>
          <p:nvPr>
            <p:ph type="title"/>
          </p:nvPr>
        </p:nvSpPr>
        <p:spPr>
          <a:xfrm>
            <a:off x="543697" y="76840"/>
            <a:ext cx="11104606" cy="1037968"/>
          </a:xfrm>
        </p:spPr>
        <p:txBody>
          <a:bodyPr/>
          <a:lstStyle/>
          <a:p>
            <a:r>
              <a:rPr lang="en-US"/>
              <a:t>Click to edit Master title style</a:t>
            </a:r>
          </a:p>
        </p:txBody>
      </p:sp>
      <p:sp>
        <p:nvSpPr>
          <p:cNvPr id="3" name="Date Placeholder 2">
            <a:extLst>
              <a:ext uri="{FF2B5EF4-FFF2-40B4-BE49-F238E27FC236}">
                <a16:creationId xmlns:a16="http://schemas.microsoft.com/office/drawing/2014/main" id="{F9ACE464-FBAF-F845-90AA-927F566FF222}"/>
              </a:ext>
            </a:extLst>
          </p:cNvPr>
          <p:cNvSpPr>
            <a:spLocks noGrp="1"/>
          </p:cNvSpPr>
          <p:nvPr>
            <p:ph type="dt" sz="half" idx="10"/>
          </p:nvPr>
        </p:nvSpPr>
        <p:spPr/>
        <p:txBody>
          <a:bodyPr/>
          <a:lstStyle/>
          <a:p>
            <a:fld id="{E3D75C09-7DA0-0448-8E96-FD223EC1BC32}" type="datetime1">
              <a:rPr lang="en-US" smtClean="0"/>
              <a:t>9/17/2026</a:t>
            </a:fld>
            <a:endParaRPr lang="en-US" dirty="0"/>
          </a:p>
        </p:txBody>
      </p:sp>
      <p:sp>
        <p:nvSpPr>
          <p:cNvPr id="4" name="Footer Placeholder 3">
            <a:extLst>
              <a:ext uri="{FF2B5EF4-FFF2-40B4-BE49-F238E27FC236}">
                <a16:creationId xmlns:a16="http://schemas.microsoft.com/office/drawing/2014/main" id="{D8F706C3-9474-5A4B-9487-EDF5AA8500CC}"/>
              </a:ext>
            </a:extLst>
          </p:cNvPr>
          <p:cNvSpPr>
            <a:spLocks noGrp="1"/>
          </p:cNvSpPr>
          <p:nvPr>
            <p:ph type="ftr" sz="quarter" idx="11"/>
          </p:nvPr>
        </p:nvSpPr>
        <p:spPr/>
        <p:txBody>
          <a:bodyPr/>
          <a:lstStyle/>
          <a:p>
            <a:r>
              <a:rPr lang="en-US" dirty="0"/>
              <a:t>All Rights Reserved</a:t>
            </a:r>
          </a:p>
        </p:txBody>
      </p:sp>
      <p:sp>
        <p:nvSpPr>
          <p:cNvPr id="6" name="Rectangle 5">
            <a:extLst>
              <a:ext uri="{FF2B5EF4-FFF2-40B4-BE49-F238E27FC236}">
                <a16:creationId xmlns:a16="http://schemas.microsoft.com/office/drawing/2014/main" id="{0E0DFB47-2EF1-8C4A-AEB7-866E247C29A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7" name="Rectangle 6">
            <a:extLst>
              <a:ext uri="{FF2B5EF4-FFF2-40B4-BE49-F238E27FC236}">
                <a16:creationId xmlns:a16="http://schemas.microsoft.com/office/drawing/2014/main" id="{312EE279-2498-254E-B397-4D26F4880498}"/>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Slide Number Placeholder 3">
            <a:extLst>
              <a:ext uri="{FF2B5EF4-FFF2-40B4-BE49-F238E27FC236}">
                <a16:creationId xmlns:a16="http://schemas.microsoft.com/office/drawing/2014/main" id="{87B984A1-08C9-B049-B917-B15DAA0FB5B3}"/>
              </a:ext>
            </a:extLst>
          </p:cNvPr>
          <p:cNvSpPr>
            <a:spLocks noGrp="1"/>
          </p:cNvSpPr>
          <p:nvPr>
            <p:ph type="sldNum" sz="quarter" idx="12"/>
          </p:nvPr>
        </p:nvSpPr>
        <p:spPr>
          <a:xfrm>
            <a:off x="8610599" y="6356350"/>
            <a:ext cx="1877613" cy="365125"/>
          </a:xfrm>
        </p:spPr>
        <p:txBody>
          <a:bodyPr/>
          <a:lstStyle/>
          <a:p>
            <a:fld id="{ED9688CE-63DC-1743-BB7A-BBD3733C53A7}" type="slidenum">
              <a:rPr lang="en-US" smtClean="0"/>
              <a:t>‹#›</a:t>
            </a:fld>
            <a:endParaRPr lang="en-US" dirty="0"/>
          </a:p>
        </p:txBody>
      </p:sp>
      <p:pic>
        <p:nvPicPr>
          <p:cNvPr id="12" name="Picture 11" descr="LOGO_LARGE.png">
            <a:extLst>
              <a:ext uri="{FF2B5EF4-FFF2-40B4-BE49-F238E27FC236}">
                <a16:creationId xmlns:a16="http://schemas.microsoft.com/office/drawing/2014/main" id="{7C46083E-7357-4F41-B3EB-E6F36DF71AF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88212" y="6255216"/>
            <a:ext cx="1691596" cy="527091"/>
          </a:xfrm>
          <a:prstGeom prst="roundRect">
            <a:avLst>
              <a:gd name="adj" fmla="val 7666"/>
            </a:avLst>
          </a:prstGeom>
          <a:noFill/>
          <a:ln>
            <a:noFill/>
          </a:ln>
          <a:effectLst/>
        </p:spPr>
      </p:pic>
    </p:spTree>
    <p:extLst>
      <p:ext uri="{BB962C8B-B14F-4D97-AF65-F5344CB8AC3E}">
        <p14:creationId xmlns:p14="http://schemas.microsoft.com/office/powerpoint/2010/main" val="7438011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large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1C8B3-248B-2F4B-9BD8-1A472879A768}"/>
              </a:ext>
            </a:extLst>
          </p:cNvPr>
          <p:cNvSpPr>
            <a:spLocks noGrp="1"/>
          </p:cNvSpPr>
          <p:nvPr>
            <p:ph type="title"/>
          </p:nvPr>
        </p:nvSpPr>
        <p:spPr>
          <a:xfrm>
            <a:off x="543697" y="76840"/>
            <a:ext cx="11104606" cy="1037968"/>
          </a:xfrm>
        </p:spPr>
        <p:txBody>
          <a:bodyPr/>
          <a:lstStyle/>
          <a:p>
            <a:r>
              <a:rPr lang="en-US"/>
              <a:t>Click to edit Master title style</a:t>
            </a:r>
          </a:p>
        </p:txBody>
      </p:sp>
      <p:sp>
        <p:nvSpPr>
          <p:cNvPr id="3" name="Date Placeholder 2">
            <a:extLst>
              <a:ext uri="{FF2B5EF4-FFF2-40B4-BE49-F238E27FC236}">
                <a16:creationId xmlns:a16="http://schemas.microsoft.com/office/drawing/2014/main" id="{F9ACE464-FBAF-F845-90AA-927F566FF222}"/>
              </a:ext>
            </a:extLst>
          </p:cNvPr>
          <p:cNvSpPr>
            <a:spLocks noGrp="1"/>
          </p:cNvSpPr>
          <p:nvPr>
            <p:ph type="dt" sz="half" idx="10"/>
          </p:nvPr>
        </p:nvSpPr>
        <p:spPr/>
        <p:txBody>
          <a:bodyPr/>
          <a:lstStyle/>
          <a:p>
            <a:fld id="{E3D75C09-7DA0-0448-8E96-FD223EC1BC32}" type="datetime1">
              <a:rPr lang="en-US" smtClean="0"/>
              <a:t>9/17/2026</a:t>
            </a:fld>
            <a:endParaRPr lang="en-US" dirty="0"/>
          </a:p>
        </p:txBody>
      </p:sp>
      <p:sp>
        <p:nvSpPr>
          <p:cNvPr id="4" name="Footer Placeholder 3">
            <a:extLst>
              <a:ext uri="{FF2B5EF4-FFF2-40B4-BE49-F238E27FC236}">
                <a16:creationId xmlns:a16="http://schemas.microsoft.com/office/drawing/2014/main" id="{D8F706C3-9474-5A4B-9487-EDF5AA8500CC}"/>
              </a:ext>
            </a:extLst>
          </p:cNvPr>
          <p:cNvSpPr>
            <a:spLocks noGrp="1"/>
          </p:cNvSpPr>
          <p:nvPr>
            <p:ph type="ftr" sz="quarter" idx="11"/>
          </p:nvPr>
        </p:nvSpPr>
        <p:spPr/>
        <p:txBody>
          <a:bodyPr/>
          <a:lstStyle/>
          <a:p>
            <a:r>
              <a:rPr lang="en-US" dirty="0"/>
              <a:t>All Rights Reserved</a:t>
            </a:r>
          </a:p>
        </p:txBody>
      </p:sp>
      <p:sp>
        <p:nvSpPr>
          <p:cNvPr id="6" name="Rectangle 5">
            <a:extLst>
              <a:ext uri="{FF2B5EF4-FFF2-40B4-BE49-F238E27FC236}">
                <a16:creationId xmlns:a16="http://schemas.microsoft.com/office/drawing/2014/main" id="{0E0DFB47-2EF1-8C4A-AEB7-866E247C29A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7" name="Rectangle 6">
            <a:extLst>
              <a:ext uri="{FF2B5EF4-FFF2-40B4-BE49-F238E27FC236}">
                <a16:creationId xmlns:a16="http://schemas.microsoft.com/office/drawing/2014/main" id="{312EE279-2498-254E-B397-4D26F4880498}"/>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Slide Number Placeholder 3">
            <a:extLst>
              <a:ext uri="{FF2B5EF4-FFF2-40B4-BE49-F238E27FC236}">
                <a16:creationId xmlns:a16="http://schemas.microsoft.com/office/drawing/2014/main" id="{1733147A-4543-F045-98CE-EE57E07119E8}"/>
              </a:ext>
            </a:extLst>
          </p:cNvPr>
          <p:cNvSpPr>
            <a:spLocks noGrp="1"/>
          </p:cNvSpPr>
          <p:nvPr>
            <p:ph type="sldNum" sz="quarter" idx="12"/>
          </p:nvPr>
        </p:nvSpPr>
        <p:spPr>
          <a:xfrm>
            <a:off x="8610599" y="6356350"/>
            <a:ext cx="1045465" cy="365125"/>
          </a:xfrm>
        </p:spPr>
        <p:txBody>
          <a:bodyPr/>
          <a:lstStyle/>
          <a:p>
            <a:fld id="{ED9688CE-63DC-1743-BB7A-BBD3733C53A7}" type="slidenum">
              <a:rPr lang="en-US" smtClean="0"/>
              <a:t>‹#›</a:t>
            </a:fld>
            <a:endParaRPr lang="en-US" dirty="0"/>
          </a:p>
        </p:txBody>
      </p:sp>
      <p:pic>
        <p:nvPicPr>
          <p:cNvPr id="11" name="Picture 10" descr="LOGO_LARGE.png">
            <a:extLst>
              <a:ext uri="{FF2B5EF4-FFF2-40B4-BE49-F238E27FC236}">
                <a16:creationId xmlns:a16="http://schemas.microsoft.com/office/drawing/2014/main" id="{99B30F5F-507B-6144-8750-54B6205FDB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6064" y="5995924"/>
            <a:ext cx="2523744" cy="786384"/>
          </a:xfrm>
          <a:prstGeom prst="roundRect">
            <a:avLst>
              <a:gd name="adj" fmla="val 7666"/>
            </a:avLst>
          </a:prstGeom>
          <a:noFill/>
          <a:ln>
            <a:noFill/>
          </a:ln>
          <a:effectLst/>
        </p:spPr>
      </p:pic>
    </p:spTree>
    <p:extLst>
      <p:ext uri="{BB962C8B-B14F-4D97-AF65-F5344CB8AC3E}">
        <p14:creationId xmlns:p14="http://schemas.microsoft.com/office/powerpoint/2010/main" val="33629629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grey ba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2C09253-DE46-E048-B62D-56EF63594460}"/>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3" name="Picture 12">
            <a:extLst>
              <a:ext uri="{FF2B5EF4-FFF2-40B4-BE49-F238E27FC236}">
                <a16:creationId xmlns:a16="http://schemas.microsoft.com/office/drawing/2014/main" id="{82D42940-E10A-3A4C-A85A-2F9CD86BD337}"/>
              </a:ext>
            </a:extLst>
          </p:cNvPr>
          <p:cNvPicPr>
            <a:picLocks noChangeAspect="1"/>
          </p:cNvPicPr>
          <p:nvPr userDrawn="1"/>
        </p:nvPicPr>
        <p:blipFill>
          <a:blip r:embed="rId2"/>
          <a:stretch>
            <a:fillRect/>
          </a:stretch>
        </p:blipFill>
        <p:spPr>
          <a:xfrm>
            <a:off x="9656064" y="5907024"/>
            <a:ext cx="2523744" cy="785241"/>
          </a:xfrm>
          <a:prstGeom prst="rect">
            <a:avLst/>
          </a:prstGeom>
        </p:spPr>
      </p:pic>
      <p:sp>
        <p:nvSpPr>
          <p:cNvPr id="2" name="Title 1">
            <a:extLst>
              <a:ext uri="{FF2B5EF4-FFF2-40B4-BE49-F238E27FC236}">
                <a16:creationId xmlns:a16="http://schemas.microsoft.com/office/drawing/2014/main" id="{0261C8B3-248B-2F4B-9BD8-1A472879A768}"/>
              </a:ext>
            </a:extLst>
          </p:cNvPr>
          <p:cNvSpPr>
            <a:spLocks noGrp="1"/>
          </p:cNvSpPr>
          <p:nvPr>
            <p:ph type="title"/>
          </p:nvPr>
        </p:nvSpPr>
        <p:spPr>
          <a:xfrm>
            <a:off x="543697" y="76840"/>
            <a:ext cx="11104606" cy="1037968"/>
          </a:xfrm>
        </p:spPr>
        <p:txBody>
          <a:bodyPr/>
          <a:lstStyle/>
          <a:p>
            <a:r>
              <a:rPr lang="en-US"/>
              <a:t>Click to edit Master title style</a:t>
            </a:r>
          </a:p>
        </p:txBody>
      </p:sp>
      <p:sp>
        <p:nvSpPr>
          <p:cNvPr id="3" name="Date Placeholder 2">
            <a:extLst>
              <a:ext uri="{FF2B5EF4-FFF2-40B4-BE49-F238E27FC236}">
                <a16:creationId xmlns:a16="http://schemas.microsoft.com/office/drawing/2014/main" id="{F9ACE464-FBAF-F845-90AA-927F566FF222}"/>
              </a:ext>
            </a:extLst>
          </p:cNvPr>
          <p:cNvSpPr>
            <a:spLocks noGrp="1"/>
          </p:cNvSpPr>
          <p:nvPr>
            <p:ph type="dt" sz="half" idx="10"/>
          </p:nvPr>
        </p:nvSpPr>
        <p:spPr/>
        <p:txBody>
          <a:bodyPr/>
          <a:lstStyle>
            <a:lvl1pPr>
              <a:defRPr>
                <a:solidFill>
                  <a:schemeClr val="bg1">
                    <a:lumMod val="85000"/>
                  </a:schemeClr>
                </a:solidFill>
              </a:defRPr>
            </a:lvl1pPr>
          </a:lstStyle>
          <a:p>
            <a:fld id="{E3D75C09-7DA0-0448-8E96-FD223EC1BC32}" type="datetime1">
              <a:rPr lang="en-US" smtClean="0"/>
              <a:pPr/>
              <a:t>9/17/2026</a:t>
            </a:fld>
            <a:endParaRPr lang="en-US" dirty="0"/>
          </a:p>
        </p:txBody>
      </p:sp>
      <p:sp>
        <p:nvSpPr>
          <p:cNvPr id="4" name="Footer Placeholder 3">
            <a:extLst>
              <a:ext uri="{FF2B5EF4-FFF2-40B4-BE49-F238E27FC236}">
                <a16:creationId xmlns:a16="http://schemas.microsoft.com/office/drawing/2014/main" id="{D8F706C3-9474-5A4B-9487-EDF5AA8500CC}"/>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Rectangle 5">
            <a:extLst>
              <a:ext uri="{FF2B5EF4-FFF2-40B4-BE49-F238E27FC236}">
                <a16:creationId xmlns:a16="http://schemas.microsoft.com/office/drawing/2014/main" id="{0E0DFB47-2EF1-8C4A-AEB7-866E247C29A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7" name="Rectangle 6">
            <a:extLst>
              <a:ext uri="{FF2B5EF4-FFF2-40B4-BE49-F238E27FC236}">
                <a16:creationId xmlns:a16="http://schemas.microsoft.com/office/drawing/2014/main" id="{312EE279-2498-254E-B397-4D26F4880498}"/>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Slide Number Placeholder 3">
            <a:extLst>
              <a:ext uri="{FF2B5EF4-FFF2-40B4-BE49-F238E27FC236}">
                <a16:creationId xmlns:a16="http://schemas.microsoft.com/office/drawing/2014/main" id="{1733147A-4543-F045-98CE-EE57E07119E8}"/>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Tree>
    <p:extLst>
      <p:ext uri="{BB962C8B-B14F-4D97-AF65-F5344CB8AC3E}">
        <p14:creationId xmlns:p14="http://schemas.microsoft.com/office/powerpoint/2010/main" val="30980144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1_Title Only (grey ba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2C09253-DE46-E048-B62D-56EF63594460}"/>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2" name="Title 1">
            <a:extLst>
              <a:ext uri="{FF2B5EF4-FFF2-40B4-BE49-F238E27FC236}">
                <a16:creationId xmlns:a16="http://schemas.microsoft.com/office/drawing/2014/main" id="{0261C8B3-248B-2F4B-9BD8-1A472879A768}"/>
              </a:ext>
            </a:extLst>
          </p:cNvPr>
          <p:cNvSpPr>
            <a:spLocks noGrp="1"/>
          </p:cNvSpPr>
          <p:nvPr>
            <p:ph type="title"/>
          </p:nvPr>
        </p:nvSpPr>
        <p:spPr>
          <a:xfrm>
            <a:off x="543697" y="76840"/>
            <a:ext cx="11104606" cy="1037968"/>
          </a:xfrm>
        </p:spPr>
        <p:txBody>
          <a:bodyPr/>
          <a:lstStyle/>
          <a:p>
            <a:r>
              <a:rPr lang="en-US"/>
              <a:t>Click to edit Master title style</a:t>
            </a:r>
          </a:p>
        </p:txBody>
      </p:sp>
      <p:sp>
        <p:nvSpPr>
          <p:cNvPr id="3" name="Date Placeholder 2">
            <a:extLst>
              <a:ext uri="{FF2B5EF4-FFF2-40B4-BE49-F238E27FC236}">
                <a16:creationId xmlns:a16="http://schemas.microsoft.com/office/drawing/2014/main" id="{F9ACE464-FBAF-F845-90AA-927F566FF222}"/>
              </a:ext>
            </a:extLst>
          </p:cNvPr>
          <p:cNvSpPr>
            <a:spLocks noGrp="1"/>
          </p:cNvSpPr>
          <p:nvPr>
            <p:ph type="dt" sz="half" idx="10"/>
          </p:nvPr>
        </p:nvSpPr>
        <p:spPr/>
        <p:txBody>
          <a:bodyPr/>
          <a:lstStyle>
            <a:lvl1pPr>
              <a:defRPr>
                <a:solidFill>
                  <a:schemeClr val="bg1">
                    <a:lumMod val="85000"/>
                  </a:schemeClr>
                </a:solidFill>
              </a:defRPr>
            </a:lvl1pPr>
          </a:lstStyle>
          <a:p>
            <a:fld id="{E3D75C09-7DA0-0448-8E96-FD223EC1BC32}" type="datetime1">
              <a:rPr lang="en-US" smtClean="0"/>
              <a:pPr/>
              <a:t>9/17/2026</a:t>
            </a:fld>
            <a:endParaRPr lang="en-US" dirty="0"/>
          </a:p>
        </p:txBody>
      </p:sp>
      <p:sp>
        <p:nvSpPr>
          <p:cNvPr id="4" name="Footer Placeholder 3">
            <a:extLst>
              <a:ext uri="{FF2B5EF4-FFF2-40B4-BE49-F238E27FC236}">
                <a16:creationId xmlns:a16="http://schemas.microsoft.com/office/drawing/2014/main" id="{D8F706C3-9474-5A4B-9487-EDF5AA8500CC}"/>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6" name="Rectangle 5">
            <a:extLst>
              <a:ext uri="{FF2B5EF4-FFF2-40B4-BE49-F238E27FC236}">
                <a16:creationId xmlns:a16="http://schemas.microsoft.com/office/drawing/2014/main" id="{0E0DFB47-2EF1-8C4A-AEB7-866E247C29A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7" name="Rectangle 6">
            <a:extLst>
              <a:ext uri="{FF2B5EF4-FFF2-40B4-BE49-F238E27FC236}">
                <a16:creationId xmlns:a16="http://schemas.microsoft.com/office/drawing/2014/main" id="{312EE279-2498-254E-B397-4D26F4880498}"/>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Slide Number Placeholder 3">
            <a:extLst>
              <a:ext uri="{FF2B5EF4-FFF2-40B4-BE49-F238E27FC236}">
                <a16:creationId xmlns:a16="http://schemas.microsoft.com/office/drawing/2014/main" id="{1733147A-4543-F045-98CE-EE57E07119E8}"/>
              </a:ext>
            </a:extLst>
          </p:cNvPr>
          <p:cNvSpPr>
            <a:spLocks noGrp="1"/>
          </p:cNvSpPr>
          <p:nvPr>
            <p:ph type="sldNum" sz="quarter" idx="12"/>
          </p:nvPr>
        </p:nvSpPr>
        <p:spPr>
          <a:xfrm>
            <a:off x="8610599" y="6356350"/>
            <a:ext cx="1045465"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pic>
        <p:nvPicPr>
          <p:cNvPr id="11" name="Picture 10">
            <a:extLst>
              <a:ext uri="{FF2B5EF4-FFF2-40B4-BE49-F238E27FC236}">
                <a16:creationId xmlns:a16="http://schemas.microsoft.com/office/drawing/2014/main" id="{C7BEE1A8-B8E2-4F31-87A5-DBCC30249DA1}"/>
              </a:ext>
            </a:extLst>
          </p:cNvPr>
          <p:cNvPicPr>
            <a:picLocks noChangeAspect="1"/>
          </p:cNvPicPr>
          <p:nvPr userDrawn="1"/>
        </p:nvPicPr>
        <p:blipFill>
          <a:blip r:embed="rId2">
            <a:alphaModFix/>
            <a:lum bright="100000" contrast="-100000"/>
          </a:blip>
          <a:stretch>
            <a:fillRect/>
          </a:stretch>
        </p:blipFill>
        <p:spPr>
          <a:xfrm>
            <a:off x="9656064" y="6046298"/>
            <a:ext cx="2421358" cy="620104"/>
          </a:xfrm>
          <a:prstGeom prst="rect">
            <a:avLst/>
          </a:prstGeom>
        </p:spPr>
      </p:pic>
    </p:spTree>
    <p:extLst>
      <p:ext uri="{BB962C8B-B14F-4D97-AF65-F5344CB8AC3E}">
        <p14:creationId xmlns:p14="http://schemas.microsoft.com/office/powerpoint/2010/main" val="35004218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Only (blue header)">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9ACE464-FBAF-F845-90AA-927F566FF222}"/>
              </a:ext>
            </a:extLst>
          </p:cNvPr>
          <p:cNvSpPr>
            <a:spLocks noGrp="1"/>
          </p:cNvSpPr>
          <p:nvPr>
            <p:ph type="dt" sz="half" idx="10"/>
          </p:nvPr>
        </p:nvSpPr>
        <p:spPr/>
        <p:txBody>
          <a:bodyPr/>
          <a:lstStyle/>
          <a:p>
            <a:fld id="{86964947-3F57-8640-A36D-4A6AAD84066D}" type="datetime1">
              <a:rPr lang="en-US" smtClean="0"/>
              <a:t>9/17/2026</a:t>
            </a:fld>
            <a:endParaRPr lang="en-US" dirty="0"/>
          </a:p>
        </p:txBody>
      </p:sp>
      <p:sp>
        <p:nvSpPr>
          <p:cNvPr id="4" name="Footer Placeholder 3">
            <a:extLst>
              <a:ext uri="{FF2B5EF4-FFF2-40B4-BE49-F238E27FC236}">
                <a16:creationId xmlns:a16="http://schemas.microsoft.com/office/drawing/2014/main" id="{D8F706C3-9474-5A4B-9487-EDF5AA8500CC}"/>
              </a:ext>
            </a:extLst>
          </p:cNvPr>
          <p:cNvSpPr>
            <a:spLocks noGrp="1"/>
          </p:cNvSpPr>
          <p:nvPr>
            <p:ph type="ftr" sz="quarter" idx="11"/>
          </p:nvPr>
        </p:nvSpPr>
        <p:spPr/>
        <p:txBody>
          <a:bodyPr/>
          <a:lstStyle/>
          <a:p>
            <a:r>
              <a:rPr lang="en-US" dirty="0"/>
              <a:t>All Rights Reserved</a:t>
            </a:r>
          </a:p>
        </p:txBody>
      </p:sp>
      <p:sp>
        <p:nvSpPr>
          <p:cNvPr id="6" name="Rectangle 5">
            <a:extLst>
              <a:ext uri="{FF2B5EF4-FFF2-40B4-BE49-F238E27FC236}">
                <a16:creationId xmlns:a16="http://schemas.microsoft.com/office/drawing/2014/main" id="{0E0DFB47-2EF1-8C4A-AEB7-866E247C29A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7" name="Rectangle 6">
            <a:extLst>
              <a:ext uri="{FF2B5EF4-FFF2-40B4-BE49-F238E27FC236}">
                <a16:creationId xmlns:a16="http://schemas.microsoft.com/office/drawing/2014/main" id="{312EE279-2498-254E-B397-4D26F4880498}"/>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Slide Number Placeholder 3">
            <a:extLst>
              <a:ext uri="{FF2B5EF4-FFF2-40B4-BE49-F238E27FC236}">
                <a16:creationId xmlns:a16="http://schemas.microsoft.com/office/drawing/2014/main" id="{BEB62A7F-3E89-9547-8FF2-B50CE8841C3D}"/>
              </a:ext>
            </a:extLst>
          </p:cNvPr>
          <p:cNvSpPr>
            <a:spLocks noGrp="1"/>
          </p:cNvSpPr>
          <p:nvPr>
            <p:ph type="sldNum" sz="quarter" idx="12"/>
          </p:nvPr>
        </p:nvSpPr>
        <p:spPr>
          <a:xfrm>
            <a:off x="8610600" y="6356350"/>
            <a:ext cx="3044126" cy="365125"/>
          </a:xfrm>
        </p:spPr>
        <p:txBody>
          <a:bodyPr/>
          <a:lstStyle/>
          <a:p>
            <a:fld id="{ED9688CE-63DC-1743-BB7A-BBD3733C53A7}" type="slidenum">
              <a:rPr lang="en-US" smtClean="0"/>
              <a:t>‹#›</a:t>
            </a:fld>
            <a:endParaRPr lang="en-US" dirty="0"/>
          </a:p>
        </p:txBody>
      </p:sp>
      <p:sp>
        <p:nvSpPr>
          <p:cNvPr id="8" name="Rectangle 7">
            <a:extLst>
              <a:ext uri="{FF2B5EF4-FFF2-40B4-BE49-F238E27FC236}">
                <a16:creationId xmlns:a16="http://schemas.microsoft.com/office/drawing/2014/main" id="{24245509-3A80-5643-9911-3A7CFCCBFFE7}"/>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Rectangle 9">
            <a:extLst>
              <a:ext uri="{FF2B5EF4-FFF2-40B4-BE49-F238E27FC236}">
                <a16:creationId xmlns:a16="http://schemas.microsoft.com/office/drawing/2014/main" id="{ED52BE1D-41EB-4F4E-A81A-82ED144A74B5}"/>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1" name="Picture 10">
            <a:extLst>
              <a:ext uri="{FF2B5EF4-FFF2-40B4-BE49-F238E27FC236}">
                <a16:creationId xmlns:a16="http://schemas.microsoft.com/office/drawing/2014/main" id="{B6582667-4B93-9F41-865F-225EE195CEAD}"/>
              </a:ext>
            </a:extLst>
          </p:cNvPr>
          <p:cNvPicPr>
            <a:picLocks noChangeAspect="1"/>
          </p:cNvPicPr>
          <p:nvPr userDrawn="1"/>
        </p:nvPicPr>
        <p:blipFill>
          <a:blip r:embed="rId2"/>
          <a:stretch>
            <a:fillRect/>
          </a:stretch>
        </p:blipFill>
        <p:spPr>
          <a:xfrm>
            <a:off x="9555017" y="149142"/>
            <a:ext cx="2624283" cy="816523"/>
          </a:xfrm>
          <a:prstGeom prst="rect">
            <a:avLst/>
          </a:prstGeom>
        </p:spPr>
      </p:pic>
      <p:sp>
        <p:nvSpPr>
          <p:cNvPr id="12" name="Title 1">
            <a:extLst>
              <a:ext uri="{FF2B5EF4-FFF2-40B4-BE49-F238E27FC236}">
                <a16:creationId xmlns:a16="http://schemas.microsoft.com/office/drawing/2014/main" id="{5E3BA7E0-9297-5344-A1E6-2E0056E5E13F}"/>
              </a:ext>
            </a:extLst>
          </p:cNvPr>
          <p:cNvSpPr>
            <a:spLocks noGrp="1"/>
          </p:cNvSpPr>
          <p:nvPr>
            <p:ph type="title"/>
          </p:nvPr>
        </p:nvSpPr>
        <p:spPr>
          <a:xfrm>
            <a:off x="543697" y="0"/>
            <a:ext cx="11104606" cy="1114808"/>
          </a:xfrm>
        </p:spPr>
        <p:txBody>
          <a:bodyPr/>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10238271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Only (blue header)">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9ACE464-FBAF-F845-90AA-927F566FF222}"/>
              </a:ext>
            </a:extLst>
          </p:cNvPr>
          <p:cNvSpPr>
            <a:spLocks noGrp="1"/>
          </p:cNvSpPr>
          <p:nvPr>
            <p:ph type="dt" sz="half" idx="10"/>
          </p:nvPr>
        </p:nvSpPr>
        <p:spPr/>
        <p:txBody>
          <a:bodyPr/>
          <a:lstStyle/>
          <a:p>
            <a:fld id="{86964947-3F57-8640-A36D-4A6AAD84066D}" type="datetime1">
              <a:rPr lang="en-US" smtClean="0"/>
              <a:t>9/17/2026</a:t>
            </a:fld>
            <a:endParaRPr lang="en-US" dirty="0"/>
          </a:p>
        </p:txBody>
      </p:sp>
      <p:sp>
        <p:nvSpPr>
          <p:cNvPr id="4" name="Footer Placeholder 3">
            <a:extLst>
              <a:ext uri="{FF2B5EF4-FFF2-40B4-BE49-F238E27FC236}">
                <a16:creationId xmlns:a16="http://schemas.microsoft.com/office/drawing/2014/main" id="{D8F706C3-9474-5A4B-9487-EDF5AA8500CC}"/>
              </a:ext>
            </a:extLst>
          </p:cNvPr>
          <p:cNvSpPr>
            <a:spLocks noGrp="1"/>
          </p:cNvSpPr>
          <p:nvPr>
            <p:ph type="ftr" sz="quarter" idx="11"/>
          </p:nvPr>
        </p:nvSpPr>
        <p:spPr/>
        <p:txBody>
          <a:bodyPr/>
          <a:lstStyle/>
          <a:p>
            <a:r>
              <a:rPr lang="en-US" dirty="0"/>
              <a:t>All Rights Reserved</a:t>
            </a:r>
          </a:p>
        </p:txBody>
      </p:sp>
      <p:sp>
        <p:nvSpPr>
          <p:cNvPr id="6" name="Rectangle 5">
            <a:extLst>
              <a:ext uri="{FF2B5EF4-FFF2-40B4-BE49-F238E27FC236}">
                <a16:creationId xmlns:a16="http://schemas.microsoft.com/office/drawing/2014/main" id="{0E0DFB47-2EF1-8C4A-AEB7-866E247C29A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7" name="Rectangle 6">
            <a:extLst>
              <a:ext uri="{FF2B5EF4-FFF2-40B4-BE49-F238E27FC236}">
                <a16:creationId xmlns:a16="http://schemas.microsoft.com/office/drawing/2014/main" id="{312EE279-2498-254E-B397-4D26F4880498}"/>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Slide Number Placeholder 3">
            <a:extLst>
              <a:ext uri="{FF2B5EF4-FFF2-40B4-BE49-F238E27FC236}">
                <a16:creationId xmlns:a16="http://schemas.microsoft.com/office/drawing/2014/main" id="{BEB62A7F-3E89-9547-8FF2-B50CE8841C3D}"/>
              </a:ext>
            </a:extLst>
          </p:cNvPr>
          <p:cNvSpPr>
            <a:spLocks noGrp="1"/>
          </p:cNvSpPr>
          <p:nvPr>
            <p:ph type="sldNum" sz="quarter" idx="12"/>
          </p:nvPr>
        </p:nvSpPr>
        <p:spPr>
          <a:xfrm>
            <a:off x="8610600" y="6356350"/>
            <a:ext cx="3044126" cy="365125"/>
          </a:xfrm>
        </p:spPr>
        <p:txBody>
          <a:bodyPr/>
          <a:lstStyle/>
          <a:p>
            <a:fld id="{ED9688CE-63DC-1743-BB7A-BBD3733C53A7}" type="slidenum">
              <a:rPr lang="en-US" smtClean="0"/>
              <a:t>‹#›</a:t>
            </a:fld>
            <a:endParaRPr lang="en-US" dirty="0"/>
          </a:p>
        </p:txBody>
      </p:sp>
      <p:sp>
        <p:nvSpPr>
          <p:cNvPr id="8" name="Rectangle 7">
            <a:extLst>
              <a:ext uri="{FF2B5EF4-FFF2-40B4-BE49-F238E27FC236}">
                <a16:creationId xmlns:a16="http://schemas.microsoft.com/office/drawing/2014/main" id="{24245509-3A80-5643-9911-3A7CFCCBFFE7}"/>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Rectangle 9">
            <a:extLst>
              <a:ext uri="{FF2B5EF4-FFF2-40B4-BE49-F238E27FC236}">
                <a16:creationId xmlns:a16="http://schemas.microsoft.com/office/drawing/2014/main" id="{ED52BE1D-41EB-4F4E-A81A-82ED144A74B5}"/>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2" name="Title 1">
            <a:extLst>
              <a:ext uri="{FF2B5EF4-FFF2-40B4-BE49-F238E27FC236}">
                <a16:creationId xmlns:a16="http://schemas.microsoft.com/office/drawing/2014/main" id="{5E3BA7E0-9297-5344-A1E6-2E0056E5E13F}"/>
              </a:ext>
            </a:extLst>
          </p:cNvPr>
          <p:cNvSpPr>
            <a:spLocks noGrp="1"/>
          </p:cNvSpPr>
          <p:nvPr>
            <p:ph type="title"/>
          </p:nvPr>
        </p:nvSpPr>
        <p:spPr>
          <a:xfrm>
            <a:off x="543697" y="0"/>
            <a:ext cx="11104606" cy="1114808"/>
          </a:xfrm>
        </p:spPr>
        <p:txBody>
          <a:bodyPr/>
          <a:lstStyle>
            <a:lvl1pPr>
              <a:defRPr>
                <a:solidFill>
                  <a:schemeClr val="bg2"/>
                </a:solidFill>
              </a:defRPr>
            </a:lvl1pPr>
          </a:lstStyle>
          <a:p>
            <a:r>
              <a:rPr lang="en-US"/>
              <a:t>Click to edit Master title style</a:t>
            </a:r>
            <a:endParaRPr lang="en-US" dirty="0"/>
          </a:p>
        </p:txBody>
      </p:sp>
      <p:pic>
        <p:nvPicPr>
          <p:cNvPr id="13" name="Picture 12">
            <a:extLst>
              <a:ext uri="{FF2B5EF4-FFF2-40B4-BE49-F238E27FC236}">
                <a16:creationId xmlns:a16="http://schemas.microsoft.com/office/drawing/2014/main" id="{948DC44B-519C-4C0D-BC93-6D0D8126F612}"/>
              </a:ext>
            </a:extLst>
          </p:cNvPr>
          <p:cNvPicPr>
            <a:picLocks noChangeAspect="1"/>
          </p:cNvPicPr>
          <p:nvPr userDrawn="1"/>
        </p:nvPicPr>
        <p:blipFill>
          <a:blip r:embed="rId2">
            <a:alphaModFix/>
            <a:lum bright="100000" contrast="-100000"/>
          </a:blip>
          <a:stretch>
            <a:fillRect/>
          </a:stretch>
        </p:blipFill>
        <p:spPr>
          <a:xfrm>
            <a:off x="9659025" y="313317"/>
            <a:ext cx="2260600" cy="578934"/>
          </a:xfrm>
          <a:prstGeom prst="rect">
            <a:avLst/>
          </a:prstGeom>
        </p:spPr>
      </p:pic>
    </p:spTree>
    <p:extLst>
      <p:ext uri="{BB962C8B-B14F-4D97-AF65-F5344CB8AC3E}">
        <p14:creationId xmlns:p14="http://schemas.microsoft.com/office/powerpoint/2010/main" val="8098362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blue header no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9ACE464-FBAF-F845-90AA-927F566FF222}"/>
              </a:ext>
            </a:extLst>
          </p:cNvPr>
          <p:cNvSpPr>
            <a:spLocks noGrp="1"/>
          </p:cNvSpPr>
          <p:nvPr>
            <p:ph type="dt" sz="half" idx="10"/>
          </p:nvPr>
        </p:nvSpPr>
        <p:spPr/>
        <p:txBody>
          <a:bodyPr/>
          <a:lstStyle/>
          <a:p>
            <a:fld id="{86964947-3F57-8640-A36D-4A6AAD84066D}" type="datetime1">
              <a:rPr lang="en-US" smtClean="0"/>
              <a:t>9/17/2026</a:t>
            </a:fld>
            <a:endParaRPr lang="en-US" dirty="0"/>
          </a:p>
        </p:txBody>
      </p:sp>
      <p:sp>
        <p:nvSpPr>
          <p:cNvPr id="4" name="Footer Placeholder 3">
            <a:extLst>
              <a:ext uri="{FF2B5EF4-FFF2-40B4-BE49-F238E27FC236}">
                <a16:creationId xmlns:a16="http://schemas.microsoft.com/office/drawing/2014/main" id="{D8F706C3-9474-5A4B-9487-EDF5AA8500CC}"/>
              </a:ext>
            </a:extLst>
          </p:cNvPr>
          <p:cNvSpPr>
            <a:spLocks noGrp="1"/>
          </p:cNvSpPr>
          <p:nvPr>
            <p:ph type="ftr" sz="quarter" idx="11"/>
          </p:nvPr>
        </p:nvSpPr>
        <p:spPr/>
        <p:txBody>
          <a:bodyPr/>
          <a:lstStyle/>
          <a:p>
            <a:r>
              <a:rPr lang="en-US" dirty="0"/>
              <a:t>All Rights Reserved</a:t>
            </a:r>
          </a:p>
        </p:txBody>
      </p:sp>
      <p:sp>
        <p:nvSpPr>
          <p:cNvPr id="6" name="Rectangle 5">
            <a:extLst>
              <a:ext uri="{FF2B5EF4-FFF2-40B4-BE49-F238E27FC236}">
                <a16:creationId xmlns:a16="http://schemas.microsoft.com/office/drawing/2014/main" id="{0E0DFB47-2EF1-8C4A-AEB7-866E247C29AD}"/>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7" name="Rectangle 6">
            <a:extLst>
              <a:ext uri="{FF2B5EF4-FFF2-40B4-BE49-F238E27FC236}">
                <a16:creationId xmlns:a16="http://schemas.microsoft.com/office/drawing/2014/main" id="{312EE279-2498-254E-B397-4D26F4880498}"/>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Slide Number Placeholder 3">
            <a:extLst>
              <a:ext uri="{FF2B5EF4-FFF2-40B4-BE49-F238E27FC236}">
                <a16:creationId xmlns:a16="http://schemas.microsoft.com/office/drawing/2014/main" id="{BEB62A7F-3E89-9547-8FF2-B50CE8841C3D}"/>
              </a:ext>
            </a:extLst>
          </p:cNvPr>
          <p:cNvSpPr>
            <a:spLocks noGrp="1"/>
          </p:cNvSpPr>
          <p:nvPr>
            <p:ph type="sldNum" sz="quarter" idx="12"/>
          </p:nvPr>
        </p:nvSpPr>
        <p:spPr>
          <a:xfrm>
            <a:off x="8610600" y="6356350"/>
            <a:ext cx="3044126" cy="365125"/>
          </a:xfrm>
        </p:spPr>
        <p:txBody>
          <a:bodyPr/>
          <a:lstStyle/>
          <a:p>
            <a:fld id="{ED9688CE-63DC-1743-BB7A-BBD3733C53A7}" type="slidenum">
              <a:rPr lang="en-US" smtClean="0"/>
              <a:t>‹#›</a:t>
            </a:fld>
            <a:endParaRPr lang="en-US" dirty="0"/>
          </a:p>
        </p:txBody>
      </p:sp>
      <p:sp>
        <p:nvSpPr>
          <p:cNvPr id="8" name="Rectangle 7">
            <a:extLst>
              <a:ext uri="{FF2B5EF4-FFF2-40B4-BE49-F238E27FC236}">
                <a16:creationId xmlns:a16="http://schemas.microsoft.com/office/drawing/2014/main" id="{24245509-3A80-5643-9911-3A7CFCCBFFE7}"/>
              </a:ext>
            </a:extLst>
          </p:cNvPr>
          <p:cNvSpPr/>
          <p:nvPr userDrawn="1"/>
        </p:nvSpPr>
        <p:spPr>
          <a:xfrm>
            <a:off x="0" y="0"/>
            <a:ext cx="12192000" cy="1114808"/>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0" name="Rectangle 9">
            <a:extLst>
              <a:ext uri="{FF2B5EF4-FFF2-40B4-BE49-F238E27FC236}">
                <a16:creationId xmlns:a16="http://schemas.microsoft.com/office/drawing/2014/main" id="{ED52BE1D-41EB-4F4E-A81A-82ED144A74B5}"/>
              </a:ext>
            </a:extLst>
          </p:cNvPr>
          <p:cNvSpPr/>
          <p:nvPr userDrawn="1"/>
        </p:nvSpPr>
        <p:spPr>
          <a:xfrm rot="16200000" flipV="1">
            <a:off x="-421217" y="421217"/>
            <a:ext cx="1114808" cy="272374"/>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12" name="Title 1">
            <a:extLst>
              <a:ext uri="{FF2B5EF4-FFF2-40B4-BE49-F238E27FC236}">
                <a16:creationId xmlns:a16="http://schemas.microsoft.com/office/drawing/2014/main" id="{5E3BA7E0-9297-5344-A1E6-2E0056E5E13F}"/>
              </a:ext>
            </a:extLst>
          </p:cNvPr>
          <p:cNvSpPr>
            <a:spLocks noGrp="1"/>
          </p:cNvSpPr>
          <p:nvPr>
            <p:ph type="title"/>
          </p:nvPr>
        </p:nvSpPr>
        <p:spPr>
          <a:xfrm>
            <a:off x="543697" y="0"/>
            <a:ext cx="11104606" cy="1114808"/>
          </a:xfrm>
        </p:spPr>
        <p:txBody>
          <a:bodyPr/>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40287592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no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0164F1-953B-DB49-A157-2A08B7920DAB}"/>
              </a:ext>
            </a:extLst>
          </p:cNvPr>
          <p:cNvSpPr>
            <a:spLocks noGrp="1"/>
          </p:cNvSpPr>
          <p:nvPr>
            <p:ph type="dt" sz="half" idx="10"/>
          </p:nvPr>
        </p:nvSpPr>
        <p:spPr/>
        <p:txBody>
          <a:bodyPr/>
          <a:lstStyle/>
          <a:p>
            <a:fld id="{47A52BCB-A716-6A42-A618-0EFAF786E0EC}" type="datetime1">
              <a:rPr lang="en-US" smtClean="0"/>
              <a:t>9/17/2026</a:t>
            </a:fld>
            <a:endParaRPr lang="en-US" dirty="0"/>
          </a:p>
        </p:txBody>
      </p:sp>
      <p:sp>
        <p:nvSpPr>
          <p:cNvPr id="3" name="Footer Placeholder 2">
            <a:extLst>
              <a:ext uri="{FF2B5EF4-FFF2-40B4-BE49-F238E27FC236}">
                <a16:creationId xmlns:a16="http://schemas.microsoft.com/office/drawing/2014/main" id="{B909085A-7241-0A49-8211-DCCF5614C7ED}"/>
              </a:ext>
            </a:extLst>
          </p:cNvPr>
          <p:cNvSpPr>
            <a:spLocks noGrp="1"/>
          </p:cNvSpPr>
          <p:nvPr>
            <p:ph type="ftr" sz="quarter" idx="11"/>
          </p:nvPr>
        </p:nvSpPr>
        <p:spPr/>
        <p:txBody>
          <a:bodyPr/>
          <a:lstStyle/>
          <a:p>
            <a:r>
              <a:rPr lang="en-US" dirty="0"/>
              <a:t>All Rights Reserved</a:t>
            </a:r>
          </a:p>
        </p:txBody>
      </p:sp>
      <p:sp>
        <p:nvSpPr>
          <p:cNvPr id="4" name="Slide Number Placeholder 3">
            <a:extLst>
              <a:ext uri="{FF2B5EF4-FFF2-40B4-BE49-F238E27FC236}">
                <a16:creationId xmlns:a16="http://schemas.microsoft.com/office/drawing/2014/main" id="{85E87EA5-CFE4-B543-BEB0-77492FD95EBF}"/>
              </a:ext>
            </a:extLst>
          </p:cNvPr>
          <p:cNvSpPr>
            <a:spLocks noGrp="1"/>
          </p:cNvSpPr>
          <p:nvPr>
            <p:ph type="sldNum" sz="quarter" idx="12"/>
          </p:nvPr>
        </p:nvSpPr>
        <p:spPr>
          <a:xfrm>
            <a:off x="8610600" y="6356350"/>
            <a:ext cx="3044126" cy="365125"/>
          </a:xfrm>
        </p:spPr>
        <p:txBody>
          <a:bodyPr/>
          <a:lstStyle/>
          <a:p>
            <a:fld id="{ED9688CE-63DC-1743-BB7A-BBD3733C53A7}" type="slidenum">
              <a:rPr lang="en-US" smtClean="0"/>
              <a:t>‹#›</a:t>
            </a:fld>
            <a:endParaRPr lang="en-US" dirty="0"/>
          </a:p>
        </p:txBody>
      </p:sp>
      <p:sp>
        <p:nvSpPr>
          <p:cNvPr id="5" name="Rectangle 4">
            <a:extLst>
              <a:ext uri="{FF2B5EF4-FFF2-40B4-BE49-F238E27FC236}">
                <a16:creationId xmlns:a16="http://schemas.microsoft.com/office/drawing/2014/main" id="{F2956079-C122-1C45-ADAF-324A8B0815CB}"/>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6" name="Rectangle 5">
            <a:extLst>
              <a:ext uri="{FF2B5EF4-FFF2-40B4-BE49-F238E27FC236}">
                <a16:creationId xmlns:a16="http://schemas.microsoft.com/office/drawing/2014/main" id="{B6166775-8B20-2F47-90A6-D0A6887E31F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Tree>
    <p:extLst>
      <p:ext uri="{BB962C8B-B14F-4D97-AF65-F5344CB8AC3E}">
        <p14:creationId xmlns:p14="http://schemas.microsoft.com/office/powerpoint/2010/main" val="26687511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sm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0164F1-953B-DB49-A157-2A08B7920DAB}"/>
              </a:ext>
            </a:extLst>
          </p:cNvPr>
          <p:cNvSpPr>
            <a:spLocks noGrp="1"/>
          </p:cNvSpPr>
          <p:nvPr>
            <p:ph type="dt" sz="half" idx="10"/>
          </p:nvPr>
        </p:nvSpPr>
        <p:spPr/>
        <p:txBody>
          <a:bodyPr/>
          <a:lstStyle>
            <a:lvl1pPr>
              <a:defRPr>
                <a:solidFill>
                  <a:schemeClr val="bg1">
                    <a:lumMod val="85000"/>
                  </a:schemeClr>
                </a:solidFill>
              </a:defRPr>
            </a:lvl1pPr>
          </a:lstStyle>
          <a:p>
            <a:fld id="{65441ED2-B246-7B44-9DD9-6A9A2211449D}" type="datetime1">
              <a:rPr lang="en-US" smtClean="0"/>
              <a:t>9/17/2026</a:t>
            </a:fld>
            <a:endParaRPr lang="en-US" dirty="0"/>
          </a:p>
        </p:txBody>
      </p:sp>
      <p:sp>
        <p:nvSpPr>
          <p:cNvPr id="3" name="Footer Placeholder 2">
            <a:extLst>
              <a:ext uri="{FF2B5EF4-FFF2-40B4-BE49-F238E27FC236}">
                <a16:creationId xmlns:a16="http://schemas.microsoft.com/office/drawing/2014/main" id="{B909085A-7241-0A49-8211-DCCF5614C7ED}"/>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5" name="Rectangle 4">
            <a:extLst>
              <a:ext uri="{FF2B5EF4-FFF2-40B4-BE49-F238E27FC236}">
                <a16:creationId xmlns:a16="http://schemas.microsoft.com/office/drawing/2014/main" id="{F2956079-C122-1C45-ADAF-324A8B0815CB}"/>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6" name="Rectangle 5">
            <a:extLst>
              <a:ext uri="{FF2B5EF4-FFF2-40B4-BE49-F238E27FC236}">
                <a16:creationId xmlns:a16="http://schemas.microsoft.com/office/drawing/2014/main" id="{B6166775-8B20-2F47-90A6-D0A6887E31F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Slide Number Placeholder 3">
            <a:extLst>
              <a:ext uri="{FF2B5EF4-FFF2-40B4-BE49-F238E27FC236}">
                <a16:creationId xmlns:a16="http://schemas.microsoft.com/office/drawing/2014/main" id="{A5E4E530-30DF-F343-9E40-2C161D317220}"/>
              </a:ext>
            </a:extLst>
          </p:cNvPr>
          <p:cNvSpPr>
            <a:spLocks noGrp="1"/>
          </p:cNvSpPr>
          <p:nvPr>
            <p:ph type="sldNum" sz="quarter" idx="12"/>
          </p:nvPr>
        </p:nvSpPr>
        <p:spPr>
          <a:xfrm>
            <a:off x="8610599" y="6356350"/>
            <a:ext cx="1877613" cy="365125"/>
          </a:xfrm>
        </p:spPr>
        <p:txBody>
          <a:bodyPr/>
          <a:lstStyle/>
          <a:p>
            <a:fld id="{ED9688CE-63DC-1743-BB7A-BBD3733C53A7}" type="slidenum">
              <a:rPr lang="en-US" smtClean="0"/>
              <a:t>‹#›</a:t>
            </a:fld>
            <a:endParaRPr lang="en-US" dirty="0"/>
          </a:p>
        </p:txBody>
      </p:sp>
      <p:pic>
        <p:nvPicPr>
          <p:cNvPr id="9" name="Picture 8" descr="LOGO_LARGE.png">
            <a:extLst>
              <a:ext uri="{FF2B5EF4-FFF2-40B4-BE49-F238E27FC236}">
                <a16:creationId xmlns:a16="http://schemas.microsoft.com/office/drawing/2014/main" id="{CD03783A-E06A-9143-A927-65498FE6CB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88212" y="6255216"/>
            <a:ext cx="1691596" cy="527091"/>
          </a:xfrm>
          <a:prstGeom prst="roundRect">
            <a:avLst>
              <a:gd name="adj" fmla="val 7666"/>
            </a:avLst>
          </a:prstGeom>
          <a:noFill/>
          <a:ln>
            <a:noFill/>
          </a:ln>
          <a:effectLst/>
        </p:spPr>
      </p:pic>
    </p:spTree>
    <p:extLst>
      <p:ext uri="{BB962C8B-B14F-4D97-AF65-F5344CB8AC3E}">
        <p14:creationId xmlns:p14="http://schemas.microsoft.com/office/powerpoint/2010/main" val="1093760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1_Blank (sm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0164F1-953B-DB49-A157-2A08B7920DAB}"/>
              </a:ext>
            </a:extLst>
          </p:cNvPr>
          <p:cNvSpPr>
            <a:spLocks noGrp="1"/>
          </p:cNvSpPr>
          <p:nvPr>
            <p:ph type="dt" sz="half" idx="10"/>
          </p:nvPr>
        </p:nvSpPr>
        <p:spPr/>
        <p:txBody>
          <a:bodyPr/>
          <a:lstStyle>
            <a:lvl1pPr>
              <a:defRPr>
                <a:solidFill>
                  <a:schemeClr val="bg1">
                    <a:lumMod val="85000"/>
                  </a:schemeClr>
                </a:solidFill>
              </a:defRPr>
            </a:lvl1pPr>
          </a:lstStyle>
          <a:p>
            <a:fld id="{65441ED2-B246-7B44-9DD9-6A9A2211449D}" type="datetime1">
              <a:rPr lang="en-US" smtClean="0"/>
              <a:t>9/17/2026</a:t>
            </a:fld>
            <a:endParaRPr lang="en-US" dirty="0"/>
          </a:p>
        </p:txBody>
      </p:sp>
      <p:sp>
        <p:nvSpPr>
          <p:cNvPr id="3" name="Footer Placeholder 2">
            <a:extLst>
              <a:ext uri="{FF2B5EF4-FFF2-40B4-BE49-F238E27FC236}">
                <a16:creationId xmlns:a16="http://schemas.microsoft.com/office/drawing/2014/main" id="{B909085A-7241-0A49-8211-DCCF5614C7ED}"/>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5" name="Rectangle 4">
            <a:extLst>
              <a:ext uri="{FF2B5EF4-FFF2-40B4-BE49-F238E27FC236}">
                <a16:creationId xmlns:a16="http://schemas.microsoft.com/office/drawing/2014/main" id="{F2956079-C122-1C45-ADAF-324A8B0815CB}"/>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6" name="Rectangle 5">
            <a:extLst>
              <a:ext uri="{FF2B5EF4-FFF2-40B4-BE49-F238E27FC236}">
                <a16:creationId xmlns:a16="http://schemas.microsoft.com/office/drawing/2014/main" id="{B6166775-8B20-2F47-90A6-D0A6887E31F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8" name="Slide Number Placeholder 3">
            <a:extLst>
              <a:ext uri="{FF2B5EF4-FFF2-40B4-BE49-F238E27FC236}">
                <a16:creationId xmlns:a16="http://schemas.microsoft.com/office/drawing/2014/main" id="{A5E4E530-30DF-F343-9E40-2C161D317220}"/>
              </a:ext>
            </a:extLst>
          </p:cNvPr>
          <p:cNvSpPr>
            <a:spLocks noGrp="1"/>
          </p:cNvSpPr>
          <p:nvPr>
            <p:ph type="sldNum" sz="quarter" idx="12"/>
          </p:nvPr>
        </p:nvSpPr>
        <p:spPr>
          <a:xfrm>
            <a:off x="8610599" y="6356350"/>
            <a:ext cx="1877613" cy="365125"/>
          </a:xfrm>
        </p:spPr>
        <p:txBody>
          <a:bodyPr/>
          <a:lstStyle/>
          <a:p>
            <a:fld id="{ED9688CE-63DC-1743-BB7A-BBD3733C53A7}" type="slidenum">
              <a:rPr lang="en-US" smtClean="0"/>
              <a:t>‹#›</a:t>
            </a:fld>
            <a:endParaRPr lang="en-US" dirty="0"/>
          </a:p>
        </p:txBody>
      </p:sp>
      <p:pic>
        <p:nvPicPr>
          <p:cNvPr id="9" name="Picture 8" descr="LOGO_LARGE.png">
            <a:extLst>
              <a:ext uri="{FF2B5EF4-FFF2-40B4-BE49-F238E27FC236}">
                <a16:creationId xmlns:a16="http://schemas.microsoft.com/office/drawing/2014/main" id="{CD03783A-E06A-9143-A927-65498FE6CB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88212" y="6255216"/>
            <a:ext cx="1691596" cy="527091"/>
          </a:xfrm>
          <a:prstGeom prst="roundRect">
            <a:avLst>
              <a:gd name="adj" fmla="val 7666"/>
            </a:avLst>
          </a:prstGeom>
          <a:noFill/>
          <a:ln>
            <a:noFill/>
          </a:ln>
          <a:effectLst/>
        </p:spPr>
      </p:pic>
    </p:spTree>
    <p:extLst>
      <p:ext uri="{BB962C8B-B14F-4D97-AF65-F5344CB8AC3E}">
        <p14:creationId xmlns:p14="http://schemas.microsoft.com/office/powerpoint/2010/main" val="19239897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large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0164F1-953B-DB49-A157-2A08B7920DAB}"/>
              </a:ext>
            </a:extLst>
          </p:cNvPr>
          <p:cNvSpPr>
            <a:spLocks noGrp="1"/>
          </p:cNvSpPr>
          <p:nvPr>
            <p:ph type="dt" sz="half" idx="10"/>
          </p:nvPr>
        </p:nvSpPr>
        <p:spPr/>
        <p:txBody>
          <a:bodyPr/>
          <a:lstStyle>
            <a:lvl1pPr>
              <a:defRPr>
                <a:solidFill>
                  <a:schemeClr val="bg1">
                    <a:lumMod val="85000"/>
                  </a:schemeClr>
                </a:solidFill>
              </a:defRPr>
            </a:lvl1pPr>
          </a:lstStyle>
          <a:p>
            <a:fld id="{65441ED2-B246-7B44-9DD9-6A9A2211449D}" type="datetime1">
              <a:rPr lang="en-US" smtClean="0"/>
              <a:t>9/17/2026</a:t>
            </a:fld>
            <a:endParaRPr lang="en-US" dirty="0"/>
          </a:p>
        </p:txBody>
      </p:sp>
      <p:sp>
        <p:nvSpPr>
          <p:cNvPr id="3" name="Footer Placeholder 2">
            <a:extLst>
              <a:ext uri="{FF2B5EF4-FFF2-40B4-BE49-F238E27FC236}">
                <a16:creationId xmlns:a16="http://schemas.microsoft.com/office/drawing/2014/main" id="{B909085A-7241-0A49-8211-DCCF5614C7ED}"/>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4" name="Slide Number Placeholder 3">
            <a:extLst>
              <a:ext uri="{FF2B5EF4-FFF2-40B4-BE49-F238E27FC236}">
                <a16:creationId xmlns:a16="http://schemas.microsoft.com/office/drawing/2014/main" id="{85E87EA5-CFE4-B543-BEB0-77492FD95EBF}"/>
              </a:ext>
            </a:extLst>
          </p:cNvPr>
          <p:cNvSpPr>
            <a:spLocks noGrp="1"/>
          </p:cNvSpPr>
          <p:nvPr>
            <p:ph type="sldNum" sz="quarter" idx="12"/>
          </p:nvPr>
        </p:nvSpPr>
        <p:spPr>
          <a:xfrm>
            <a:off x="8610600" y="6356350"/>
            <a:ext cx="1045464"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5" name="Rectangle 4">
            <a:extLst>
              <a:ext uri="{FF2B5EF4-FFF2-40B4-BE49-F238E27FC236}">
                <a16:creationId xmlns:a16="http://schemas.microsoft.com/office/drawing/2014/main" id="{F2956079-C122-1C45-ADAF-324A8B0815CB}"/>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6" name="Rectangle 5">
            <a:extLst>
              <a:ext uri="{FF2B5EF4-FFF2-40B4-BE49-F238E27FC236}">
                <a16:creationId xmlns:a16="http://schemas.microsoft.com/office/drawing/2014/main" id="{B6166775-8B20-2F47-90A6-D0A6887E31F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2" name="Picture 11" descr="LOGO_LARGE.png">
            <a:extLst>
              <a:ext uri="{FF2B5EF4-FFF2-40B4-BE49-F238E27FC236}">
                <a16:creationId xmlns:a16="http://schemas.microsoft.com/office/drawing/2014/main" id="{E1F91619-367B-C74D-9696-ABE98B9B13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6064" y="5995924"/>
            <a:ext cx="2523744" cy="786384"/>
          </a:xfrm>
          <a:prstGeom prst="roundRect">
            <a:avLst>
              <a:gd name="adj" fmla="val 7666"/>
            </a:avLst>
          </a:prstGeom>
          <a:noFill/>
          <a:ln>
            <a:noFill/>
          </a:ln>
          <a:effectLst/>
        </p:spPr>
      </p:pic>
    </p:spTree>
    <p:extLst>
      <p:ext uri="{BB962C8B-B14F-4D97-AF65-F5344CB8AC3E}">
        <p14:creationId xmlns:p14="http://schemas.microsoft.com/office/powerpoint/2010/main" val="3675666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grey ba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AED32E-EC4E-4042-AED0-6DDFF414E6F1}"/>
              </a:ext>
            </a:extLst>
          </p:cNvPr>
          <p:cNvSpPr/>
          <p:nvPr userDrawn="1"/>
        </p:nvSpPr>
        <p:spPr>
          <a:xfrm>
            <a:off x="0" y="5715000"/>
            <a:ext cx="12192000" cy="1143000"/>
          </a:xfrm>
          <a:prstGeom prst="rect">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2" name="Date Placeholder 1">
            <a:extLst>
              <a:ext uri="{FF2B5EF4-FFF2-40B4-BE49-F238E27FC236}">
                <a16:creationId xmlns:a16="http://schemas.microsoft.com/office/drawing/2014/main" id="{C90164F1-953B-DB49-A157-2A08B7920DAB}"/>
              </a:ext>
            </a:extLst>
          </p:cNvPr>
          <p:cNvSpPr>
            <a:spLocks noGrp="1"/>
          </p:cNvSpPr>
          <p:nvPr>
            <p:ph type="dt" sz="half" idx="10"/>
          </p:nvPr>
        </p:nvSpPr>
        <p:spPr/>
        <p:txBody>
          <a:bodyPr/>
          <a:lstStyle>
            <a:lvl1pPr>
              <a:defRPr>
                <a:solidFill>
                  <a:schemeClr val="bg1">
                    <a:lumMod val="85000"/>
                  </a:schemeClr>
                </a:solidFill>
              </a:defRPr>
            </a:lvl1pPr>
          </a:lstStyle>
          <a:p>
            <a:fld id="{7B695056-B814-DA46-BABE-C26A7FB50DF0}" type="datetime1">
              <a:rPr lang="en-US" smtClean="0"/>
              <a:t>9/17/2026</a:t>
            </a:fld>
            <a:endParaRPr lang="en-US" dirty="0"/>
          </a:p>
        </p:txBody>
      </p:sp>
      <p:sp>
        <p:nvSpPr>
          <p:cNvPr id="3" name="Footer Placeholder 2">
            <a:extLst>
              <a:ext uri="{FF2B5EF4-FFF2-40B4-BE49-F238E27FC236}">
                <a16:creationId xmlns:a16="http://schemas.microsoft.com/office/drawing/2014/main" id="{B909085A-7241-0A49-8211-DCCF5614C7ED}"/>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4" name="Slide Number Placeholder 3">
            <a:extLst>
              <a:ext uri="{FF2B5EF4-FFF2-40B4-BE49-F238E27FC236}">
                <a16:creationId xmlns:a16="http://schemas.microsoft.com/office/drawing/2014/main" id="{85E87EA5-CFE4-B543-BEB0-77492FD95EBF}"/>
              </a:ext>
            </a:extLst>
          </p:cNvPr>
          <p:cNvSpPr>
            <a:spLocks noGrp="1"/>
          </p:cNvSpPr>
          <p:nvPr>
            <p:ph type="sldNum" sz="quarter" idx="12"/>
          </p:nvPr>
        </p:nvSpPr>
        <p:spPr>
          <a:xfrm>
            <a:off x="8610600" y="6356350"/>
            <a:ext cx="1045464"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5" name="Rectangle 4">
            <a:extLst>
              <a:ext uri="{FF2B5EF4-FFF2-40B4-BE49-F238E27FC236}">
                <a16:creationId xmlns:a16="http://schemas.microsoft.com/office/drawing/2014/main" id="{F2956079-C122-1C45-ADAF-324A8B0815CB}"/>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6" name="Rectangle 5">
            <a:extLst>
              <a:ext uri="{FF2B5EF4-FFF2-40B4-BE49-F238E27FC236}">
                <a16:creationId xmlns:a16="http://schemas.microsoft.com/office/drawing/2014/main" id="{B6166775-8B20-2F47-90A6-D0A6887E31F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1" name="Picture 10">
            <a:extLst>
              <a:ext uri="{FF2B5EF4-FFF2-40B4-BE49-F238E27FC236}">
                <a16:creationId xmlns:a16="http://schemas.microsoft.com/office/drawing/2014/main" id="{D41D0E82-909A-9E40-9F53-E9C96A0FAF58}"/>
              </a:ext>
            </a:extLst>
          </p:cNvPr>
          <p:cNvPicPr>
            <a:picLocks noChangeAspect="1"/>
          </p:cNvPicPr>
          <p:nvPr userDrawn="1"/>
        </p:nvPicPr>
        <p:blipFill>
          <a:blip r:embed="rId2"/>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14934123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blue foot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AED32E-EC4E-4042-AED0-6DDFF414E6F1}"/>
              </a:ext>
            </a:extLst>
          </p:cNvPr>
          <p:cNvSpPr/>
          <p:nvPr userDrawn="1"/>
        </p:nvSpPr>
        <p:spPr>
          <a:xfrm>
            <a:off x="0" y="5715000"/>
            <a:ext cx="12192000" cy="1143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2" name="Date Placeholder 1">
            <a:extLst>
              <a:ext uri="{FF2B5EF4-FFF2-40B4-BE49-F238E27FC236}">
                <a16:creationId xmlns:a16="http://schemas.microsoft.com/office/drawing/2014/main" id="{C90164F1-953B-DB49-A157-2A08B7920DAB}"/>
              </a:ext>
            </a:extLst>
          </p:cNvPr>
          <p:cNvSpPr>
            <a:spLocks noGrp="1"/>
          </p:cNvSpPr>
          <p:nvPr>
            <p:ph type="dt" sz="half" idx="10"/>
          </p:nvPr>
        </p:nvSpPr>
        <p:spPr/>
        <p:txBody>
          <a:bodyPr/>
          <a:lstStyle>
            <a:lvl1pPr>
              <a:defRPr>
                <a:solidFill>
                  <a:schemeClr val="bg1">
                    <a:lumMod val="85000"/>
                  </a:schemeClr>
                </a:solidFill>
              </a:defRPr>
            </a:lvl1pPr>
          </a:lstStyle>
          <a:p>
            <a:fld id="{7B695056-B814-DA46-BABE-C26A7FB50DF0}" type="datetime1">
              <a:rPr lang="en-US" smtClean="0"/>
              <a:t>9/17/2026</a:t>
            </a:fld>
            <a:endParaRPr lang="en-US" dirty="0"/>
          </a:p>
        </p:txBody>
      </p:sp>
      <p:sp>
        <p:nvSpPr>
          <p:cNvPr id="3" name="Footer Placeholder 2">
            <a:extLst>
              <a:ext uri="{FF2B5EF4-FFF2-40B4-BE49-F238E27FC236}">
                <a16:creationId xmlns:a16="http://schemas.microsoft.com/office/drawing/2014/main" id="{B909085A-7241-0A49-8211-DCCF5614C7ED}"/>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4" name="Slide Number Placeholder 3">
            <a:extLst>
              <a:ext uri="{FF2B5EF4-FFF2-40B4-BE49-F238E27FC236}">
                <a16:creationId xmlns:a16="http://schemas.microsoft.com/office/drawing/2014/main" id="{85E87EA5-CFE4-B543-BEB0-77492FD95EBF}"/>
              </a:ext>
            </a:extLst>
          </p:cNvPr>
          <p:cNvSpPr>
            <a:spLocks noGrp="1"/>
          </p:cNvSpPr>
          <p:nvPr>
            <p:ph type="sldNum" sz="quarter" idx="12"/>
          </p:nvPr>
        </p:nvSpPr>
        <p:spPr>
          <a:xfrm>
            <a:off x="8610600" y="6356350"/>
            <a:ext cx="1045464"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5" name="Rectangle 4">
            <a:extLst>
              <a:ext uri="{FF2B5EF4-FFF2-40B4-BE49-F238E27FC236}">
                <a16:creationId xmlns:a16="http://schemas.microsoft.com/office/drawing/2014/main" id="{F2956079-C122-1C45-ADAF-324A8B0815CB}"/>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6" name="Rectangle 5">
            <a:extLst>
              <a:ext uri="{FF2B5EF4-FFF2-40B4-BE49-F238E27FC236}">
                <a16:creationId xmlns:a16="http://schemas.microsoft.com/office/drawing/2014/main" id="{B6166775-8B20-2F47-90A6-D0A6887E31F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1" name="Picture 10">
            <a:extLst>
              <a:ext uri="{FF2B5EF4-FFF2-40B4-BE49-F238E27FC236}">
                <a16:creationId xmlns:a16="http://schemas.microsoft.com/office/drawing/2014/main" id="{D41D0E82-909A-9E40-9F53-E9C96A0FAF58}"/>
              </a:ext>
            </a:extLst>
          </p:cNvPr>
          <p:cNvPicPr>
            <a:picLocks noChangeAspect="1"/>
          </p:cNvPicPr>
          <p:nvPr userDrawn="1"/>
        </p:nvPicPr>
        <p:blipFill>
          <a:blip r:embed="rId2"/>
          <a:stretch>
            <a:fillRect/>
          </a:stretch>
        </p:blipFill>
        <p:spPr>
          <a:xfrm>
            <a:off x="9656064" y="5907024"/>
            <a:ext cx="2523744" cy="785241"/>
          </a:xfrm>
          <a:prstGeom prst="rect">
            <a:avLst/>
          </a:prstGeom>
        </p:spPr>
      </p:pic>
    </p:spTree>
    <p:extLst>
      <p:ext uri="{BB962C8B-B14F-4D97-AF65-F5344CB8AC3E}">
        <p14:creationId xmlns:p14="http://schemas.microsoft.com/office/powerpoint/2010/main" val="20233531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1_Blank (blue foot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AED32E-EC4E-4042-AED0-6DDFF414E6F1}"/>
              </a:ext>
            </a:extLst>
          </p:cNvPr>
          <p:cNvSpPr/>
          <p:nvPr userDrawn="1"/>
        </p:nvSpPr>
        <p:spPr>
          <a:xfrm>
            <a:off x="0" y="5715000"/>
            <a:ext cx="12192000" cy="1143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2" name="Date Placeholder 1">
            <a:extLst>
              <a:ext uri="{FF2B5EF4-FFF2-40B4-BE49-F238E27FC236}">
                <a16:creationId xmlns:a16="http://schemas.microsoft.com/office/drawing/2014/main" id="{C90164F1-953B-DB49-A157-2A08B7920DAB}"/>
              </a:ext>
            </a:extLst>
          </p:cNvPr>
          <p:cNvSpPr>
            <a:spLocks noGrp="1"/>
          </p:cNvSpPr>
          <p:nvPr>
            <p:ph type="dt" sz="half" idx="10"/>
          </p:nvPr>
        </p:nvSpPr>
        <p:spPr/>
        <p:txBody>
          <a:bodyPr/>
          <a:lstStyle>
            <a:lvl1pPr>
              <a:defRPr>
                <a:solidFill>
                  <a:schemeClr val="bg1">
                    <a:lumMod val="85000"/>
                  </a:schemeClr>
                </a:solidFill>
              </a:defRPr>
            </a:lvl1pPr>
          </a:lstStyle>
          <a:p>
            <a:fld id="{7B695056-B814-DA46-BABE-C26A7FB50DF0}" type="datetime1">
              <a:rPr lang="en-US" smtClean="0"/>
              <a:t>9/17/2026</a:t>
            </a:fld>
            <a:endParaRPr lang="en-US" dirty="0"/>
          </a:p>
        </p:txBody>
      </p:sp>
      <p:sp>
        <p:nvSpPr>
          <p:cNvPr id="3" name="Footer Placeholder 2">
            <a:extLst>
              <a:ext uri="{FF2B5EF4-FFF2-40B4-BE49-F238E27FC236}">
                <a16:creationId xmlns:a16="http://schemas.microsoft.com/office/drawing/2014/main" id="{B909085A-7241-0A49-8211-DCCF5614C7ED}"/>
              </a:ext>
            </a:extLst>
          </p:cNvPr>
          <p:cNvSpPr>
            <a:spLocks noGrp="1"/>
          </p:cNvSpPr>
          <p:nvPr>
            <p:ph type="ftr" sz="quarter" idx="11"/>
          </p:nvPr>
        </p:nvSpPr>
        <p:spPr/>
        <p:txBody>
          <a:bodyPr/>
          <a:lstStyle>
            <a:lvl1pPr>
              <a:defRPr>
                <a:solidFill>
                  <a:schemeClr val="bg1">
                    <a:lumMod val="85000"/>
                  </a:schemeClr>
                </a:solidFill>
              </a:defRPr>
            </a:lvl1pPr>
          </a:lstStyle>
          <a:p>
            <a:r>
              <a:rPr lang="en-US" dirty="0"/>
              <a:t>All Rights Reserved</a:t>
            </a:r>
          </a:p>
        </p:txBody>
      </p:sp>
      <p:sp>
        <p:nvSpPr>
          <p:cNvPr id="4" name="Slide Number Placeholder 3">
            <a:extLst>
              <a:ext uri="{FF2B5EF4-FFF2-40B4-BE49-F238E27FC236}">
                <a16:creationId xmlns:a16="http://schemas.microsoft.com/office/drawing/2014/main" id="{85E87EA5-CFE4-B543-BEB0-77492FD95EBF}"/>
              </a:ext>
            </a:extLst>
          </p:cNvPr>
          <p:cNvSpPr>
            <a:spLocks noGrp="1"/>
          </p:cNvSpPr>
          <p:nvPr>
            <p:ph type="sldNum" sz="quarter" idx="12"/>
          </p:nvPr>
        </p:nvSpPr>
        <p:spPr>
          <a:xfrm>
            <a:off x="8610600" y="6356350"/>
            <a:ext cx="1045464" cy="365125"/>
          </a:xfrm>
        </p:spPr>
        <p:txBody>
          <a:bodyPr/>
          <a:lstStyle>
            <a:lvl1pPr>
              <a:defRPr>
                <a:solidFill>
                  <a:schemeClr val="bg1">
                    <a:lumMod val="85000"/>
                  </a:schemeClr>
                </a:solidFill>
              </a:defRPr>
            </a:lvl1pPr>
          </a:lstStyle>
          <a:p>
            <a:fld id="{ED9688CE-63DC-1743-BB7A-BBD3733C53A7}" type="slidenum">
              <a:rPr lang="en-US" smtClean="0"/>
              <a:pPr/>
              <a:t>‹#›</a:t>
            </a:fld>
            <a:endParaRPr lang="en-US" dirty="0"/>
          </a:p>
        </p:txBody>
      </p:sp>
      <p:sp>
        <p:nvSpPr>
          <p:cNvPr id="5" name="Rectangle 4">
            <a:extLst>
              <a:ext uri="{FF2B5EF4-FFF2-40B4-BE49-F238E27FC236}">
                <a16:creationId xmlns:a16="http://schemas.microsoft.com/office/drawing/2014/main" id="{F2956079-C122-1C45-ADAF-324A8B0815CB}"/>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6" name="Rectangle 5">
            <a:extLst>
              <a:ext uri="{FF2B5EF4-FFF2-40B4-BE49-F238E27FC236}">
                <a16:creationId xmlns:a16="http://schemas.microsoft.com/office/drawing/2014/main" id="{B6166775-8B20-2F47-90A6-D0A6887E31FD}"/>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pic>
        <p:nvPicPr>
          <p:cNvPr id="10" name="Picture 9">
            <a:extLst>
              <a:ext uri="{FF2B5EF4-FFF2-40B4-BE49-F238E27FC236}">
                <a16:creationId xmlns:a16="http://schemas.microsoft.com/office/drawing/2014/main" id="{80C8F904-D3EA-4A68-A9C2-FD70483FEFD7}"/>
              </a:ext>
            </a:extLst>
          </p:cNvPr>
          <p:cNvPicPr>
            <a:picLocks noChangeAspect="1"/>
          </p:cNvPicPr>
          <p:nvPr userDrawn="1"/>
        </p:nvPicPr>
        <p:blipFill>
          <a:blip r:embed="rId2">
            <a:alphaModFix/>
            <a:lum bright="100000" contrast="-100000"/>
          </a:blip>
          <a:stretch>
            <a:fillRect/>
          </a:stretch>
        </p:blipFill>
        <p:spPr>
          <a:xfrm>
            <a:off x="9659025" y="5997033"/>
            <a:ext cx="2260600" cy="578934"/>
          </a:xfrm>
          <a:prstGeom prst="rect">
            <a:avLst/>
          </a:prstGeom>
        </p:spPr>
      </p:pic>
    </p:spTree>
    <p:extLst>
      <p:ext uri="{BB962C8B-B14F-4D97-AF65-F5344CB8AC3E}">
        <p14:creationId xmlns:p14="http://schemas.microsoft.com/office/powerpoint/2010/main" val="3768120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0"/>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0"/>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16" name="Google Shape;16;p3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8640909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7"/>
        <p:cNvGrpSpPr/>
        <p:nvPr/>
      </p:nvGrpSpPr>
      <p:grpSpPr>
        <a:xfrm>
          <a:off x="0" y="0"/>
          <a:ext cx="0" cy="0"/>
          <a:chOff x="0" y="0"/>
          <a:chExt cx="0" cy="0"/>
        </a:xfrm>
      </p:grpSpPr>
      <p:sp>
        <p:nvSpPr>
          <p:cNvPr id="18" name="Google Shape;18;p31"/>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19" name="Google Shape;19;p3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615879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722F8-6F37-9E41-945D-E5A09B2ABC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F93D9-ACBC-BE49-8BA3-F42DEDE0C3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64509B-0F6C-004E-9DF0-57377C40AA30}"/>
              </a:ext>
            </a:extLst>
          </p:cNvPr>
          <p:cNvSpPr>
            <a:spLocks noGrp="1"/>
          </p:cNvSpPr>
          <p:nvPr>
            <p:ph type="dt" sz="half" idx="10"/>
          </p:nvPr>
        </p:nvSpPr>
        <p:spPr/>
        <p:txBody>
          <a:bodyPr/>
          <a:lstStyle/>
          <a:p>
            <a:fld id="{FFE743B9-471F-A741-BD07-2B197FB09D20}" type="datetime1">
              <a:rPr lang="en-US" smtClean="0"/>
              <a:t>9/17/2026</a:t>
            </a:fld>
            <a:endParaRPr lang="en-US" dirty="0"/>
          </a:p>
        </p:txBody>
      </p:sp>
      <p:sp>
        <p:nvSpPr>
          <p:cNvPr id="5" name="Footer Placeholder 4">
            <a:extLst>
              <a:ext uri="{FF2B5EF4-FFF2-40B4-BE49-F238E27FC236}">
                <a16:creationId xmlns:a16="http://schemas.microsoft.com/office/drawing/2014/main" id="{C49FEFD5-931F-9641-BFD2-C3134982396E}"/>
              </a:ext>
            </a:extLst>
          </p:cNvPr>
          <p:cNvSpPr>
            <a:spLocks noGrp="1"/>
          </p:cNvSpPr>
          <p:nvPr>
            <p:ph type="ftr" sz="quarter" idx="11"/>
          </p:nvPr>
        </p:nvSpPr>
        <p:spPr/>
        <p:txBody>
          <a:bodyPr/>
          <a:lstStyle/>
          <a:p>
            <a:r>
              <a:rPr lang="en-US" dirty="0"/>
              <a:t>All Rights Reserved</a:t>
            </a:r>
          </a:p>
        </p:txBody>
      </p:sp>
      <p:sp>
        <p:nvSpPr>
          <p:cNvPr id="6" name="Slide Number Placeholder 5">
            <a:extLst>
              <a:ext uri="{FF2B5EF4-FFF2-40B4-BE49-F238E27FC236}">
                <a16:creationId xmlns:a16="http://schemas.microsoft.com/office/drawing/2014/main" id="{C85CBFF0-BABF-F747-B5CB-4BCE666ADC93}"/>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382854948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8E5AF-76AD-934F-AEE3-A45CDCB81F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8DE6E9-6DD5-C74E-BD61-807E28348B7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096D5A-7852-B84D-A090-F742AB0279A6}"/>
              </a:ext>
            </a:extLst>
          </p:cNvPr>
          <p:cNvSpPr>
            <a:spLocks noGrp="1"/>
          </p:cNvSpPr>
          <p:nvPr>
            <p:ph type="dt" sz="half" idx="10"/>
          </p:nvPr>
        </p:nvSpPr>
        <p:spPr/>
        <p:txBody>
          <a:bodyPr/>
          <a:lstStyle/>
          <a:p>
            <a:fld id="{9A7D8330-D4B1-7B42-AF74-2884989FC04B}" type="datetime1">
              <a:rPr lang="en-US" smtClean="0"/>
              <a:t>9/17/2026</a:t>
            </a:fld>
            <a:endParaRPr lang="en-US" dirty="0"/>
          </a:p>
        </p:txBody>
      </p:sp>
      <p:sp>
        <p:nvSpPr>
          <p:cNvPr id="5" name="Footer Placeholder 4">
            <a:extLst>
              <a:ext uri="{FF2B5EF4-FFF2-40B4-BE49-F238E27FC236}">
                <a16:creationId xmlns:a16="http://schemas.microsoft.com/office/drawing/2014/main" id="{CEA1C13D-0777-8548-AA27-7FA78F3FC3AD}"/>
              </a:ext>
            </a:extLst>
          </p:cNvPr>
          <p:cNvSpPr>
            <a:spLocks noGrp="1"/>
          </p:cNvSpPr>
          <p:nvPr>
            <p:ph type="ftr" sz="quarter" idx="11"/>
          </p:nvPr>
        </p:nvSpPr>
        <p:spPr/>
        <p:txBody>
          <a:bodyPr/>
          <a:lstStyle/>
          <a:p>
            <a:r>
              <a:rPr lang="en-US" dirty="0"/>
              <a:t>All Rights Reserved</a:t>
            </a:r>
          </a:p>
        </p:txBody>
      </p:sp>
      <p:sp>
        <p:nvSpPr>
          <p:cNvPr id="6" name="Slide Number Placeholder 5">
            <a:extLst>
              <a:ext uri="{FF2B5EF4-FFF2-40B4-BE49-F238E27FC236}">
                <a16:creationId xmlns:a16="http://schemas.microsoft.com/office/drawing/2014/main" id="{867457BD-A265-614C-AD4F-D87E2B731615}"/>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31447139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5BC6F-B30F-9C4E-A480-E7238F2347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6C0F34-9069-A347-8F3E-F7A7966668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EFE25D4-613E-EB43-914F-B3752B0B6A27}"/>
              </a:ext>
            </a:extLst>
          </p:cNvPr>
          <p:cNvSpPr>
            <a:spLocks noGrp="1"/>
          </p:cNvSpPr>
          <p:nvPr>
            <p:ph type="dt" sz="half" idx="10"/>
          </p:nvPr>
        </p:nvSpPr>
        <p:spPr/>
        <p:txBody>
          <a:bodyPr/>
          <a:lstStyle/>
          <a:p>
            <a:fld id="{364DA121-3BF9-C943-8C95-4DD0853C7B1B}" type="datetime1">
              <a:rPr lang="en-US" smtClean="0"/>
              <a:t>9/17/2026</a:t>
            </a:fld>
            <a:endParaRPr lang="en-US" dirty="0"/>
          </a:p>
        </p:txBody>
      </p:sp>
      <p:sp>
        <p:nvSpPr>
          <p:cNvPr id="5" name="Footer Placeholder 4">
            <a:extLst>
              <a:ext uri="{FF2B5EF4-FFF2-40B4-BE49-F238E27FC236}">
                <a16:creationId xmlns:a16="http://schemas.microsoft.com/office/drawing/2014/main" id="{5BB24F40-2754-B241-A4A3-4399695AA161}"/>
              </a:ext>
            </a:extLst>
          </p:cNvPr>
          <p:cNvSpPr>
            <a:spLocks noGrp="1"/>
          </p:cNvSpPr>
          <p:nvPr>
            <p:ph type="ftr" sz="quarter" idx="11"/>
          </p:nvPr>
        </p:nvSpPr>
        <p:spPr/>
        <p:txBody>
          <a:bodyPr/>
          <a:lstStyle/>
          <a:p>
            <a:r>
              <a:rPr lang="en-US" dirty="0"/>
              <a:t>All Rights Reserved</a:t>
            </a:r>
          </a:p>
        </p:txBody>
      </p:sp>
      <p:sp>
        <p:nvSpPr>
          <p:cNvPr id="6" name="Slide Number Placeholder 5">
            <a:extLst>
              <a:ext uri="{FF2B5EF4-FFF2-40B4-BE49-F238E27FC236}">
                <a16:creationId xmlns:a16="http://schemas.microsoft.com/office/drawing/2014/main" id="{12B4F983-25CA-C540-BEBC-5DCF6CD374FC}"/>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30827769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9E65-FF4B-DB48-B1C0-E600DE8A77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116E4D-068D-E042-ABD5-5289A3F8CE5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80D590-3060-EF42-AC62-F4D38D680B2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AAEB5D-B941-0340-87DD-67EDADCAF56F}"/>
              </a:ext>
            </a:extLst>
          </p:cNvPr>
          <p:cNvSpPr>
            <a:spLocks noGrp="1"/>
          </p:cNvSpPr>
          <p:nvPr>
            <p:ph type="dt" sz="half" idx="10"/>
          </p:nvPr>
        </p:nvSpPr>
        <p:spPr/>
        <p:txBody>
          <a:bodyPr/>
          <a:lstStyle/>
          <a:p>
            <a:fld id="{00196BE2-876D-B148-9618-04DDEBEE3AFC}" type="datetime1">
              <a:rPr lang="en-US" smtClean="0"/>
              <a:t>9/17/2026</a:t>
            </a:fld>
            <a:endParaRPr lang="en-US" dirty="0"/>
          </a:p>
        </p:txBody>
      </p:sp>
      <p:sp>
        <p:nvSpPr>
          <p:cNvPr id="6" name="Footer Placeholder 5">
            <a:extLst>
              <a:ext uri="{FF2B5EF4-FFF2-40B4-BE49-F238E27FC236}">
                <a16:creationId xmlns:a16="http://schemas.microsoft.com/office/drawing/2014/main" id="{0D7E809B-63D6-C341-994C-9E6515281805}"/>
              </a:ext>
            </a:extLst>
          </p:cNvPr>
          <p:cNvSpPr>
            <a:spLocks noGrp="1"/>
          </p:cNvSpPr>
          <p:nvPr>
            <p:ph type="ftr" sz="quarter" idx="11"/>
          </p:nvPr>
        </p:nvSpPr>
        <p:spPr/>
        <p:txBody>
          <a:bodyPr/>
          <a:lstStyle/>
          <a:p>
            <a:r>
              <a:rPr lang="en-US" dirty="0"/>
              <a:t>All Rights Reserved</a:t>
            </a:r>
          </a:p>
        </p:txBody>
      </p:sp>
      <p:sp>
        <p:nvSpPr>
          <p:cNvPr id="7" name="Slide Number Placeholder 6">
            <a:extLst>
              <a:ext uri="{FF2B5EF4-FFF2-40B4-BE49-F238E27FC236}">
                <a16:creationId xmlns:a16="http://schemas.microsoft.com/office/drawing/2014/main" id="{B9E0D6AA-F3E3-0545-9EE1-BA39A137813C}"/>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20930634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28F09-43DB-2C49-AF7B-E18006A5FD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DF03B0-422E-1B46-ACC3-B3C3E3F4BD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0519D63-1E92-1744-BE69-CD1650EE701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B52179-A6CD-5841-8D9A-6D1C4FD02A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DDB5082-3F97-004C-9B60-00A2D3DEAC2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997484-D385-1D4D-93CD-E6EFB6CCFFD9}"/>
              </a:ext>
            </a:extLst>
          </p:cNvPr>
          <p:cNvSpPr>
            <a:spLocks noGrp="1"/>
          </p:cNvSpPr>
          <p:nvPr>
            <p:ph type="dt" sz="half" idx="10"/>
          </p:nvPr>
        </p:nvSpPr>
        <p:spPr/>
        <p:txBody>
          <a:bodyPr/>
          <a:lstStyle/>
          <a:p>
            <a:fld id="{D63F16EF-324E-CC4A-A08F-57F67245106E}" type="datetime1">
              <a:rPr lang="en-US" smtClean="0"/>
              <a:t>9/17/2026</a:t>
            </a:fld>
            <a:endParaRPr lang="en-US" dirty="0"/>
          </a:p>
        </p:txBody>
      </p:sp>
      <p:sp>
        <p:nvSpPr>
          <p:cNvPr id="8" name="Footer Placeholder 7">
            <a:extLst>
              <a:ext uri="{FF2B5EF4-FFF2-40B4-BE49-F238E27FC236}">
                <a16:creationId xmlns:a16="http://schemas.microsoft.com/office/drawing/2014/main" id="{883CE3A3-AF41-4F4A-A9EB-65D2AD3D9E9E}"/>
              </a:ext>
            </a:extLst>
          </p:cNvPr>
          <p:cNvSpPr>
            <a:spLocks noGrp="1"/>
          </p:cNvSpPr>
          <p:nvPr>
            <p:ph type="ftr" sz="quarter" idx="11"/>
          </p:nvPr>
        </p:nvSpPr>
        <p:spPr/>
        <p:txBody>
          <a:bodyPr/>
          <a:lstStyle/>
          <a:p>
            <a:r>
              <a:rPr lang="en-US" dirty="0"/>
              <a:t>All Rights Reserved</a:t>
            </a:r>
          </a:p>
        </p:txBody>
      </p:sp>
      <p:sp>
        <p:nvSpPr>
          <p:cNvPr id="9" name="Slide Number Placeholder 8">
            <a:extLst>
              <a:ext uri="{FF2B5EF4-FFF2-40B4-BE49-F238E27FC236}">
                <a16:creationId xmlns:a16="http://schemas.microsoft.com/office/drawing/2014/main" id="{2D83D07C-86A9-214D-A18F-C531A074F583}"/>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40318659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EA333-4EE9-6D46-A28E-064710EE28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E4A7AA-F825-A64C-8370-10188E7A4E1C}"/>
              </a:ext>
            </a:extLst>
          </p:cNvPr>
          <p:cNvSpPr>
            <a:spLocks noGrp="1"/>
          </p:cNvSpPr>
          <p:nvPr>
            <p:ph type="dt" sz="half" idx="10"/>
          </p:nvPr>
        </p:nvSpPr>
        <p:spPr/>
        <p:txBody>
          <a:bodyPr/>
          <a:lstStyle/>
          <a:p>
            <a:fld id="{E3929BD1-65C9-9E46-8F23-9CDE1D19B4E5}" type="datetime1">
              <a:rPr lang="en-US" smtClean="0"/>
              <a:t>9/17/2026</a:t>
            </a:fld>
            <a:endParaRPr lang="en-US" dirty="0"/>
          </a:p>
        </p:txBody>
      </p:sp>
      <p:sp>
        <p:nvSpPr>
          <p:cNvPr id="4" name="Footer Placeholder 3">
            <a:extLst>
              <a:ext uri="{FF2B5EF4-FFF2-40B4-BE49-F238E27FC236}">
                <a16:creationId xmlns:a16="http://schemas.microsoft.com/office/drawing/2014/main" id="{F74195F7-6987-6241-B006-0B19FCE69DFE}"/>
              </a:ext>
            </a:extLst>
          </p:cNvPr>
          <p:cNvSpPr>
            <a:spLocks noGrp="1"/>
          </p:cNvSpPr>
          <p:nvPr>
            <p:ph type="ftr" sz="quarter" idx="11"/>
          </p:nvPr>
        </p:nvSpPr>
        <p:spPr/>
        <p:txBody>
          <a:bodyPr/>
          <a:lstStyle/>
          <a:p>
            <a:r>
              <a:rPr lang="en-US" dirty="0"/>
              <a:t>All Rights Reserved</a:t>
            </a:r>
          </a:p>
        </p:txBody>
      </p:sp>
      <p:sp>
        <p:nvSpPr>
          <p:cNvPr id="5" name="Slide Number Placeholder 4">
            <a:extLst>
              <a:ext uri="{FF2B5EF4-FFF2-40B4-BE49-F238E27FC236}">
                <a16:creationId xmlns:a16="http://schemas.microsoft.com/office/drawing/2014/main" id="{CC0828BE-44AF-FC49-BEF7-D5ADC5346F97}"/>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23870433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568311-7BDF-A64C-8289-7044FDF602DE}"/>
              </a:ext>
            </a:extLst>
          </p:cNvPr>
          <p:cNvSpPr>
            <a:spLocks noGrp="1"/>
          </p:cNvSpPr>
          <p:nvPr>
            <p:ph type="dt" sz="half" idx="10"/>
          </p:nvPr>
        </p:nvSpPr>
        <p:spPr/>
        <p:txBody>
          <a:bodyPr/>
          <a:lstStyle/>
          <a:p>
            <a:fld id="{27578B8D-9FD7-304E-AA9B-51E820A66CE5}" type="datetime1">
              <a:rPr lang="en-US" smtClean="0"/>
              <a:t>9/17/2026</a:t>
            </a:fld>
            <a:endParaRPr lang="en-US" dirty="0"/>
          </a:p>
        </p:txBody>
      </p:sp>
      <p:sp>
        <p:nvSpPr>
          <p:cNvPr id="3" name="Footer Placeholder 2">
            <a:extLst>
              <a:ext uri="{FF2B5EF4-FFF2-40B4-BE49-F238E27FC236}">
                <a16:creationId xmlns:a16="http://schemas.microsoft.com/office/drawing/2014/main" id="{8042073A-9B12-1147-AB85-24C47E5617BE}"/>
              </a:ext>
            </a:extLst>
          </p:cNvPr>
          <p:cNvSpPr>
            <a:spLocks noGrp="1"/>
          </p:cNvSpPr>
          <p:nvPr>
            <p:ph type="ftr" sz="quarter" idx="11"/>
          </p:nvPr>
        </p:nvSpPr>
        <p:spPr/>
        <p:txBody>
          <a:bodyPr/>
          <a:lstStyle/>
          <a:p>
            <a:r>
              <a:rPr lang="en-US" dirty="0"/>
              <a:t>All Rights Reserved</a:t>
            </a:r>
          </a:p>
        </p:txBody>
      </p:sp>
      <p:sp>
        <p:nvSpPr>
          <p:cNvPr id="4" name="Slide Number Placeholder 3">
            <a:extLst>
              <a:ext uri="{FF2B5EF4-FFF2-40B4-BE49-F238E27FC236}">
                <a16:creationId xmlns:a16="http://schemas.microsoft.com/office/drawing/2014/main" id="{B0B8C5B1-D654-884F-8981-CB7B8D494F76}"/>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12022836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5F9DE-9826-9748-BF1F-A9A7CF8636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190FAE-C1D2-3146-9D63-345979C5E6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366032-40C6-4F49-B325-8F1499BB27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3926E3B-591E-7347-B5E1-1865D9988EC2}"/>
              </a:ext>
            </a:extLst>
          </p:cNvPr>
          <p:cNvSpPr>
            <a:spLocks noGrp="1"/>
          </p:cNvSpPr>
          <p:nvPr>
            <p:ph type="dt" sz="half" idx="10"/>
          </p:nvPr>
        </p:nvSpPr>
        <p:spPr/>
        <p:txBody>
          <a:bodyPr/>
          <a:lstStyle/>
          <a:p>
            <a:fld id="{0EF97EF1-85CE-3B44-940F-37884646AE83}" type="datetime1">
              <a:rPr lang="en-US" smtClean="0"/>
              <a:t>9/17/2026</a:t>
            </a:fld>
            <a:endParaRPr lang="en-US" dirty="0"/>
          </a:p>
        </p:txBody>
      </p:sp>
      <p:sp>
        <p:nvSpPr>
          <p:cNvPr id="6" name="Footer Placeholder 5">
            <a:extLst>
              <a:ext uri="{FF2B5EF4-FFF2-40B4-BE49-F238E27FC236}">
                <a16:creationId xmlns:a16="http://schemas.microsoft.com/office/drawing/2014/main" id="{55A7B79F-7342-C143-9034-0012288D5BAF}"/>
              </a:ext>
            </a:extLst>
          </p:cNvPr>
          <p:cNvSpPr>
            <a:spLocks noGrp="1"/>
          </p:cNvSpPr>
          <p:nvPr>
            <p:ph type="ftr" sz="quarter" idx="11"/>
          </p:nvPr>
        </p:nvSpPr>
        <p:spPr/>
        <p:txBody>
          <a:bodyPr/>
          <a:lstStyle/>
          <a:p>
            <a:r>
              <a:rPr lang="en-US" dirty="0"/>
              <a:t>All Rights Reserved</a:t>
            </a:r>
          </a:p>
        </p:txBody>
      </p:sp>
      <p:sp>
        <p:nvSpPr>
          <p:cNvPr id="7" name="Slide Number Placeholder 6">
            <a:extLst>
              <a:ext uri="{FF2B5EF4-FFF2-40B4-BE49-F238E27FC236}">
                <a16:creationId xmlns:a16="http://schemas.microsoft.com/office/drawing/2014/main" id="{C4C54CAD-210F-C342-BF7E-F6DAC079CA99}"/>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7830922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C63B4-B114-E84D-A2A6-20A27475F9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CF6DDA-68EB-4D44-9299-5A0C2B45A4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C077F6B-6D26-5547-A46C-CFAB34A636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C7DA3E6-A504-FF4B-AAC4-E6990FFAA712}"/>
              </a:ext>
            </a:extLst>
          </p:cNvPr>
          <p:cNvSpPr>
            <a:spLocks noGrp="1"/>
          </p:cNvSpPr>
          <p:nvPr>
            <p:ph type="dt" sz="half" idx="10"/>
          </p:nvPr>
        </p:nvSpPr>
        <p:spPr/>
        <p:txBody>
          <a:bodyPr/>
          <a:lstStyle/>
          <a:p>
            <a:fld id="{3B729976-268E-D546-BD1A-1A229269DA1F}" type="datetime1">
              <a:rPr lang="en-US" smtClean="0"/>
              <a:t>9/17/2026</a:t>
            </a:fld>
            <a:endParaRPr lang="en-US" dirty="0"/>
          </a:p>
        </p:txBody>
      </p:sp>
      <p:sp>
        <p:nvSpPr>
          <p:cNvPr id="6" name="Footer Placeholder 5">
            <a:extLst>
              <a:ext uri="{FF2B5EF4-FFF2-40B4-BE49-F238E27FC236}">
                <a16:creationId xmlns:a16="http://schemas.microsoft.com/office/drawing/2014/main" id="{1CBA6F6B-DBAC-2041-B567-0C733098A1C3}"/>
              </a:ext>
            </a:extLst>
          </p:cNvPr>
          <p:cNvSpPr>
            <a:spLocks noGrp="1"/>
          </p:cNvSpPr>
          <p:nvPr>
            <p:ph type="ftr" sz="quarter" idx="11"/>
          </p:nvPr>
        </p:nvSpPr>
        <p:spPr/>
        <p:txBody>
          <a:bodyPr/>
          <a:lstStyle/>
          <a:p>
            <a:r>
              <a:rPr lang="en-US" dirty="0"/>
              <a:t>All Rights Reserved</a:t>
            </a:r>
          </a:p>
        </p:txBody>
      </p:sp>
      <p:sp>
        <p:nvSpPr>
          <p:cNvPr id="7" name="Slide Number Placeholder 6">
            <a:extLst>
              <a:ext uri="{FF2B5EF4-FFF2-40B4-BE49-F238E27FC236}">
                <a16:creationId xmlns:a16="http://schemas.microsoft.com/office/drawing/2014/main" id="{BAE1A58A-4A90-EF4E-8153-19D454A27DE4}"/>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69235957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37880-0A4C-0548-8934-D1C8D81746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C7DDC3-A085-C646-B299-1693B59B190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4EF147-5F95-034F-A7ED-48EFD11F0AD8}"/>
              </a:ext>
            </a:extLst>
          </p:cNvPr>
          <p:cNvSpPr>
            <a:spLocks noGrp="1"/>
          </p:cNvSpPr>
          <p:nvPr>
            <p:ph type="dt" sz="half" idx="10"/>
          </p:nvPr>
        </p:nvSpPr>
        <p:spPr/>
        <p:txBody>
          <a:bodyPr/>
          <a:lstStyle/>
          <a:p>
            <a:fld id="{243BB231-2689-8D4C-96BF-5FD56C4EE5BD}" type="datetime1">
              <a:rPr lang="en-US" smtClean="0"/>
              <a:t>9/17/2026</a:t>
            </a:fld>
            <a:endParaRPr lang="en-US" dirty="0"/>
          </a:p>
        </p:txBody>
      </p:sp>
      <p:sp>
        <p:nvSpPr>
          <p:cNvPr id="5" name="Footer Placeholder 4">
            <a:extLst>
              <a:ext uri="{FF2B5EF4-FFF2-40B4-BE49-F238E27FC236}">
                <a16:creationId xmlns:a16="http://schemas.microsoft.com/office/drawing/2014/main" id="{C9EC1B30-2E87-4F40-B0CF-B01B64EA2CDA}"/>
              </a:ext>
            </a:extLst>
          </p:cNvPr>
          <p:cNvSpPr>
            <a:spLocks noGrp="1"/>
          </p:cNvSpPr>
          <p:nvPr>
            <p:ph type="ftr" sz="quarter" idx="11"/>
          </p:nvPr>
        </p:nvSpPr>
        <p:spPr/>
        <p:txBody>
          <a:bodyPr/>
          <a:lstStyle/>
          <a:p>
            <a:r>
              <a:rPr lang="en-US" dirty="0"/>
              <a:t>All Rights Reserved</a:t>
            </a:r>
          </a:p>
        </p:txBody>
      </p:sp>
      <p:sp>
        <p:nvSpPr>
          <p:cNvPr id="6" name="Slide Number Placeholder 5">
            <a:extLst>
              <a:ext uri="{FF2B5EF4-FFF2-40B4-BE49-F238E27FC236}">
                <a16:creationId xmlns:a16="http://schemas.microsoft.com/office/drawing/2014/main" id="{9AAA1773-C32C-8342-914D-26100BADD214}"/>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22105763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40D3ED-3390-AA46-A4C9-D3BBE2B561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1F98ED-302D-CE4F-9CD8-368A26B0B6F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C92D8-28FE-C14A-8A14-78E5EDCB5E6A}"/>
              </a:ext>
            </a:extLst>
          </p:cNvPr>
          <p:cNvSpPr>
            <a:spLocks noGrp="1"/>
          </p:cNvSpPr>
          <p:nvPr>
            <p:ph type="dt" sz="half" idx="10"/>
          </p:nvPr>
        </p:nvSpPr>
        <p:spPr/>
        <p:txBody>
          <a:bodyPr/>
          <a:lstStyle/>
          <a:p>
            <a:fld id="{B4B8AA02-47CA-3A48-B69C-A0CA8B32393D}" type="datetime1">
              <a:rPr lang="en-US" smtClean="0"/>
              <a:t>9/17/2026</a:t>
            </a:fld>
            <a:endParaRPr lang="en-US" dirty="0"/>
          </a:p>
        </p:txBody>
      </p:sp>
      <p:sp>
        <p:nvSpPr>
          <p:cNvPr id="5" name="Footer Placeholder 4">
            <a:extLst>
              <a:ext uri="{FF2B5EF4-FFF2-40B4-BE49-F238E27FC236}">
                <a16:creationId xmlns:a16="http://schemas.microsoft.com/office/drawing/2014/main" id="{4F5B413C-80F2-9346-8BFA-F0CEC9379790}"/>
              </a:ext>
            </a:extLst>
          </p:cNvPr>
          <p:cNvSpPr>
            <a:spLocks noGrp="1"/>
          </p:cNvSpPr>
          <p:nvPr>
            <p:ph type="ftr" sz="quarter" idx="11"/>
          </p:nvPr>
        </p:nvSpPr>
        <p:spPr/>
        <p:txBody>
          <a:bodyPr/>
          <a:lstStyle/>
          <a:p>
            <a:r>
              <a:rPr lang="en-US" dirty="0"/>
              <a:t>All Rights Reserved</a:t>
            </a:r>
          </a:p>
        </p:txBody>
      </p:sp>
      <p:sp>
        <p:nvSpPr>
          <p:cNvPr id="6" name="Slide Number Placeholder 5">
            <a:extLst>
              <a:ext uri="{FF2B5EF4-FFF2-40B4-BE49-F238E27FC236}">
                <a16:creationId xmlns:a16="http://schemas.microsoft.com/office/drawing/2014/main" id="{FD34B74F-1839-B146-BBD4-932AD25FCBBA}"/>
              </a:ext>
            </a:extLst>
          </p:cNvPr>
          <p:cNvSpPr>
            <a:spLocks noGrp="1"/>
          </p:cNvSpPr>
          <p:nvPr>
            <p:ph type="sldNum" sz="quarter" idx="12"/>
          </p:nvPr>
        </p:nvSpPr>
        <p:spPr/>
        <p:txBody>
          <a:bodyPr/>
          <a:lstStyle/>
          <a:p>
            <a:fld id="{F2422DFB-A0DF-D747-B134-C5A0C806AF8A}" type="slidenum">
              <a:rPr lang="en-US" smtClean="0"/>
              <a:t>‹#›</a:t>
            </a:fld>
            <a:endParaRPr lang="en-US" dirty="0"/>
          </a:p>
        </p:txBody>
      </p:sp>
    </p:spTree>
    <p:extLst>
      <p:ext uri="{BB962C8B-B14F-4D97-AF65-F5344CB8AC3E}">
        <p14:creationId xmlns:p14="http://schemas.microsoft.com/office/powerpoint/2010/main" val="420831883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2.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39F154-CCE7-4B47-B9B3-3696B7D6FFEB}"/>
              </a:ext>
            </a:extLst>
          </p:cNvPr>
          <p:cNvSpPr>
            <a:spLocks noGrp="1"/>
          </p:cNvSpPr>
          <p:nvPr>
            <p:ph type="title"/>
          </p:nvPr>
        </p:nvSpPr>
        <p:spPr>
          <a:xfrm>
            <a:off x="543697" y="76840"/>
            <a:ext cx="11104606" cy="103796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ADE6F7E-1A29-4C4A-A521-6E032144E86C}"/>
              </a:ext>
            </a:extLst>
          </p:cNvPr>
          <p:cNvSpPr>
            <a:spLocks noGrp="1"/>
          </p:cNvSpPr>
          <p:nvPr>
            <p:ph type="body" idx="1"/>
          </p:nvPr>
        </p:nvSpPr>
        <p:spPr>
          <a:xfrm>
            <a:off x="543697" y="1238373"/>
            <a:ext cx="11104606" cy="50168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5B6C8E-CF0F-454D-BD02-546BFB2C6532}"/>
              </a:ext>
            </a:extLst>
          </p:cNvPr>
          <p:cNvSpPr>
            <a:spLocks noGrp="1"/>
          </p:cNvSpPr>
          <p:nvPr>
            <p:ph type="dt" sz="half" idx="2"/>
          </p:nvPr>
        </p:nvSpPr>
        <p:spPr>
          <a:xfrm>
            <a:off x="543697" y="6356350"/>
            <a:ext cx="303770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A11852-7762-5942-86FF-974BF251FE70}" type="datetime1">
              <a:rPr lang="en-US" smtClean="0"/>
              <a:t>9/17/2026</a:t>
            </a:fld>
            <a:endParaRPr lang="en-US" dirty="0"/>
          </a:p>
        </p:txBody>
      </p:sp>
      <p:sp>
        <p:nvSpPr>
          <p:cNvPr id="5" name="Footer Placeholder 4">
            <a:extLst>
              <a:ext uri="{FF2B5EF4-FFF2-40B4-BE49-F238E27FC236}">
                <a16:creationId xmlns:a16="http://schemas.microsoft.com/office/drawing/2014/main" id="{D4DCB5B1-116C-D546-9FD8-C5B84A4AF2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B86796D8-5600-4E46-B059-F93B7A256531}"/>
              </a:ext>
            </a:extLst>
          </p:cNvPr>
          <p:cNvSpPr>
            <a:spLocks noGrp="1"/>
          </p:cNvSpPr>
          <p:nvPr>
            <p:ph type="sldNum" sz="quarter" idx="4"/>
          </p:nvPr>
        </p:nvSpPr>
        <p:spPr>
          <a:xfrm>
            <a:off x="8610599" y="6356350"/>
            <a:ext cx="303770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9688CE-63DC-1743-BB7A-BBD3733C53A7}" type="slidenum">
              <a:rPr lang="en-US" smtClean="0"/>
              <a:t>‹#›</a:t>
            </a:fld>
            <a:endParaRPr lang="en-US" dirty="0"/>
          </a:p>
        </p:txBody>
      </p:sp>
      <p:sp>
        <p:nvSpPr>
          <p:cNvPr id="8" name="Rectangle 7">
            <a:extLst>
              <a:ext uri="{FF2B5EF4-FFF2-40B4-BE49-F238E27FC236}">
                <a16:creationId xmlns:a16="http://schemas.microsoft.com/office/drawing/2014/main" id="{ADFB99BF-6963-BD4F-9C2F-9D0D0E99869A}"/>
              </a:ext>
            </a:extLst>
          </p:cNvPr>
          <p:cNvSpPr/>
          <p:nvPr userDrawn="1"/>
        </p:nvSpPr>
        <p:spPr>
          <a:xfrm>
            <a:off x="0" y="0"/>
            <a:ext cx="12192000" cy="76840"/>
          </a:xfrm>
          <a:prstGeom prst="rect">
            <a:avLst/>
          </a:prstGeom>
          <a:solidFill>
            <a:srgbClr val="042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
        <p:nvSpPr>
          <p:cNvPr id="9" name="Rectangle 8">
            <a:extLst>
              <a:ext uri="{FF2B5EF4-FFF2-40B4-BE49-F238E27FC236}">
                <a16:creationId xmlns:a16="http://schemas.microsoft.com/office/drawing/2014/main" id="{370C4C02-6E68-EF4F-9C15-1660A7E40D1C}"/>
              </a:ext>
            </a:extLst>
          </p:cNvPr>
          <p:cNvSpPr/>
          <p:nvPr userDrawn="1"/>
        </p:nvSpPr>
        <p:spPr>
          <a:xfrm>
            <a:off x="1024128" y="0"/>
            <a:ext cx="6421701" cy="76840"/>
          </a:xfrm>
          <a:prstGeom prst="rect">
            <a:avLst/>
          </a:prstGeom>
          <a:solidFill>
            <a:srgbClr val="B38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226" dirty="0"/>
          </a:p>
        </p:txBody>
      </p:sp>
    </p:spTree>
    <p:extLst>
      <p:ext uri="{BB962C8B-B14F-4D97-AF65-F5344CB8AC3E}">
        <p14:creationId xmlns:p14="http://schemas.microsoft.com/office/powerpoint/2010/main" val="2770860229"/>
      </p:ext>
    </p:extLst>
  </p:cSld>
  <p:clrMap bg1="lt1" tx1="dk1" bg2="lt2" tx2="dk2" accent1="accent1" accent2="accent2" accent3="accent3" accent4="accent4" accent5="accent5" accent6="accent6" hlink="hlink" folHlink="folHlink"/>
  <p:sldLayoutIdLst>
    <p:sldLayoutId id="2147483649" r:id="rId1"/>
    <p:sldLayoutId id="2147483677" r:id="rId2"/>
    <p:sldLayoutId id="2147483691" r:id="rId3"/>
    <p:sldLayoutId id="2147483674" r:id="rId4"/>
    <p:sldLayoutId id="2147483678" r:id="rId5"/>
    <p:sldLayoutId id="2147483692" r:id="rId6"/>
    <p:sldLayoutId id="2147483672" r:id="rId7"/>
    <p:sldLayoutId id="2147483673" r:id="rId8"/>
    <p:sldLayoutId id="2147483715" r:id="rId9"/>
    <p:sldLayoutId id="2147483716" r:id="rId10"/>
    <p:sldLayoutId id="2147483675" r:id="rId11"/>
    <p:sldLayoutId id="2147483711" r:id="rId12"/>
    <p:sldLayoutId id="2147483710" r:id="rId13"/>
    <p:sldLayoutId id="2147483712" r:id="rId14"/>
    <p:sldLayoutId id="2147483717" r:id="rId15"/>
    <p:sldLayoutId id="2147483708" r:id="rId16"/>
    <p:sldLayoutId id="2147483701" r:id="rId17"/>
    <p:sldLayoutId id="2147483650" r:id="rId18"/>
    <p:sldLayoutId id="2147483698" r:id="rId19"/>
    <p:sldLayoutId id="2147483718" r:id="rId20"/>
    <p:sldLayoutId id="2147483727" r:id="rId21"/>
    <p:sldLayoutId id="2147483723" r:id="rId22"/>
    <p:sldLayoutId id="2147483709" r:id="rId23"/>
    <p:sldLayoutId id="2147483702" r:id="rId24"/>
    <p:sldLayoutId id="2147483652" r:id="rId25"/>
    <p:sldLayoutId id="2147483699" r:id="rId26"/>
    <p:sldLayoutId id="2147483719" r:id="rId27"/>
    <p:sldLayoutId id="2147483728" r:id="rId28"/>
    <p:sldLayoutId id="2147483724" r:id="rId29"/>
    <p:sldLayoutId id="2147483713" r:id="rId30"/>
    <p:sldLayoutId id="2147483703" r:id="rId31"/>
    <p:sldLayoutId id="2147483653" r:id="rId32"/>
    <p:sldLayoutId id="2147483714" r:id="rId33"/>
    <p:sldLayoutId id="2147483720" r:id="rId34"/>
    <p:sldLayoutId id="2147483729" r:id="rId35"/>
    <p:sldLayoutId id="2147483725" r:id="rId36"/>
    <p:sldLayoutId id="2147483696" r:id="rId37"/>
    <p:sldLayoutId id="2147483704" r:id="rId38"/>
    <p:sldLayoutId id="2147483654" r:id="rId39"/>
    <p:sldLayoutId id="2147483700" r:id="rId40"/>
    <p:sldLayoutId id="2147483733" r:id="rId41"/>
    <p:sldLayoutId id="2147483721" r:id="rId42"/>
    <p:sldLayoutId id="2147483730" r:id="rId43"/>
    <p:sldLayoutId id="2147483726" r:id="rId44"/>
    <p:sldLayoutId id="2147483695" r:id="rId45"/>
    <p:sldLayoutId id="2147483705" r:id="rId46"/>
    <p:sldLayoutId id="2147483732" r:id="rId47"/>
    <p:sldLayoutId id="2147483655" r:id="rId48"/>
    <p:sldLayoutId id="2147483697" r:id="rId49"/>
    <p:sldLayoutId id="2147483722" r:id="rId50"/>
    <p:sldLayoutId id="2147483731" r:id="rId51"/>
    <p:sldLayoutId id="2147483734" r:id="rId52"/>
    <p:sldLayoutId id="2147483735" r:id="rId5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B54E61-0259-1949-BF34-09D19FAE4A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BE9B63-211E-704F-9A5B-D0149E4A0C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637AC4-2C30-174B-A832-430B078F22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1ADD7D-244F-5A42-B679-BFCBDE39AB07}" type="datetime1">
              <a:rPr lang="en-US" smtClean="0"/>
              <a:t>9/17/2026</a:t>
            </a:fld>
            <a:endParaRPr lang="en-US" dirty="0"/>
          </a:p>
        </p:txBody>
      </p:sp>
      <p:sp>
        <p:nvSpPr>
          <p:cNvPr id="5" name="Footer Placeholder 4">
            <a:extLst>
              <a:ext uri="{FF2B5EF4-FFF2-40B4-BE49-F238E27FC236}">
                <a16:creationId xmlns:a16="http://schemas.microsoft.com/office/drawing/2014/main" id="{AA248045-B4B7-3240-B018-5F7A254E36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All Rights Reserved</a:t>
            </a:r>
          </a:p>
        </p:txBody>
      </p:sp>
      <p:sp>
        <p:nvSpPr>
          <p:cNvPr id="6" name="Slide Number Placeholder 5">
            <a:extLst>
              <a:ext uri="{FF2B5EF4-FFF2-40B4-BE49-F238E27FC236}">
                <a16:creationId xmlns:a16="http://schemas.microsoft.com/office/drawing/2014/main" id="{75A1D252-3460-104B-905C-413CD0E46E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22DFB-A0DF-D747-B134-C5A0C806AF8A}" type="slidenum">
              <a:rPr lang="en-US" smtClean="0"/>
              <a:t>‹#›</a:t>
            </a:fld>
            <a:endParaRPr lang="en-US" dirty="0"/>
          </a:p>
        </p:txBody>
      </p:sp>
    </p:spTree>
    <p:extLst>
      <p:ext uri="{BB962C8B-B14F-4D97-AF65-F5344CB8AC3E}">
        <p14:creationId xmlns:p14="http://schemas.microsoft.com/office/powerpoint/2010/main" val="36656090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2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hyperlink" Target="https://www.when2meet.com/?38598424-b5pl9" TargetMode="External"/><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1.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hyperlink" Target="https://servicehub.ucdavis.edu/servicehub?id=ucd_kb_article&amp;sys_id=438313ea93829a1023bcbdc47aba1048&amp;spa=1" TargetMode="External"/><Relationship Id="rId4" Type="http://schemas.openxmlformats.org/officeDocument/2006/relationships/hyperlink" Target="https://library.ucdavis.edu/vpn/"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hyperlink" Target="https://learngitbranching.js.org/" TargetMode="External"/><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4F23EC-3E36-1FB4-DA4D-3295D6788026}"/>
              </a:ext>
            </a:extLst>
          </p:cNvPr>
          <p:cNvSpPr>
            <a:spLocks noGrp="1" noRot="1" noMove="1" noResize="1" noEditPoints="1" noAdjustHandles="1" noChangeArrowheads="1" noChangeShapeType="1"/>
          </p:cNvSpPr>
          <p:nvPr/>
        </p:nvSpPr>
        <p:spPr>
          <a:xfrm>
            <a:off x="9594031" y="5780521"/>
            <a:ext cx="2543908" cy="1032117"/>
          </a:xfrm>
          <a:prstGeom prst="rect">
            <a:avLst/>
          </a:prstGeom>
          <a:solidFill>
            <a:srgbClr val="AEAA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7DD06A0-E7AB-214A-8DBE-695E2CF3A29F}"/>
              </a:ext>
            </a:extLst>
          </p:cNvPr>
          <p:cNvSpPr/>
          <p:nvPr/>
        </p:nvSpPr>
        <p:spPr>
          <a:xfrm>
            <a:off x="1007191" y="4536831"/>
            <a:ext cx="9906994" cy="1875692"/>
          </a:xfrm>
          <a:prstGeom prst="rect">
            <a:avLst/>
          </a:prstGeom>
          <a:effectLst>
            <a:outerShdw blurRad="825500" dist="114300" dir="4320000" sx="104000" sy="104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Subtitle 7">
            <a:extLst>
              <a:ext uri="{FF2B5EF4-FFF2-40B4-BE49-F238E27FC236}">
                <a16:creationId xmlns:a16="http://schemas.microsoft.com/office/drawing/2014/main" id="{658EF935-2C27-23FC-A6E7-6A78C932D81A}"/>
              </a:ext>
            </a:extLst>
          </p:cNvPr>
          <p:cNvSpPr>
            <a:spLocks noGrp="1"/>
          </p:cNvSpPr>
          <p:nvPr>
            <p:ph type="subTitle" idx="1"/>
          </p:nvPr>
        </p:nvSpPr>
        <p:spPr>
          <a:xfrm>
            <a:off x="1024124" y="5724079"/>
            <a:ext cx="9890061" cy="666808"/>
          </a:xfrm>
        </p:spPr>
        <p:txBody>
          <a:bodyPr/>
          <a:lstStyle/>
          <a:p>
            <a:r>
              <a:rPr lang="en-US" dirty="0"/>
              <a:t>EEC 174AY</a:t>
            </a:r>
          </a:p>
          <a:p>
            <a:r>
              <a:rPr lang="en-US" dirty="0"/>
              <a:t>Fall 2026</a:t>
            </a:r>
          </a:p>
        </p:txBody>
      </p:sp>
      <p:sp>
        <p:nvSpPr>
          <p:cNvPr id="10" name="Title 9">
            <a:extLst>
              <a:ext uri="{FF2B5EF4-FFF2-40B4-BE49-F238E27FC236}">
                <a16:creationId xmlns:a16="http://schemas.microsoft.com/office/drawing/2014/main" id="{3B529743-A05C-7902-8743-5CC7655A08B4}"/>
              </a:ext>
            </a:extLst>
          </p:cNvPr>
          <p:cNvSpPr>
            <a:spLocks noGrp="1"/>
          </p:cNvSpPr>
          <p:nvPr>
            <p:ph type="ctrTitle"/>
          </p:nvPr>
        </p:nvSpPr>
        <p:spPr>
          <a:xfrm>
            <a:off x="1024125" y="4008044"/>
            <a:ext cx="9906993" cy="2434590"/>
          </a:xfrm>
        </p:spPr>
        <p:txBody>
          <a:bodyPr/>
          <a:lstStyle/>
          <a:p>
            <a:r>
              <a:rPr lang="en-US" dirty="0"/>
              <a:t>Getting Started &amp; Lab 1</a:t>
            </a:r>
          </a:p>
        </p:txBody>
      </p:sp>
    </p:spTree>
    <p:extLst>
      <p:ext uri="{BB962C8B-B14F-4D97-AF65-F5344CB8AC3E}">
        <p14:creationId xmlns:p14="http://schemas.microsoft.com/office/powerpoint/2010/main" val="426122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7A4F0-3A1E-032B-F2A9-5A35372B3265}"/>
            </a:ext>
          </a:extLst>
        </p:cNvPr>
        <p:cNvGrpSpPr/>
        <p:nvPr/>
      </p:nvGrpSpPr>
      <p:grpSpPr>
        <a:xfrm>
          <a:off x="0" y="0"/>
          <a:ext cx="0" cy="0"/>
          <a:chOff x="0" y="0"/>
          <a:chExt cx="0" cy="0"/>
        </a:xfrm>
      </p:grpSpPr>
      <p:pic>
        <p:nvPicPr>
          <p:cNvPr id="2" name="Picture 1" descr="Sleep Medicine - Clinical Tree">
            <a:extLst>
              <a:ext uri="{FF2B5EF4-FFF2-40B4-BE49-F238E27FC236}">
                <a16:creationId xmlns:a16="http://schemas.microsoft.com/office/drawing/2014/main" id="{31183164-D0D7-1505-DCCF-D52389375E0C}"/>
              </a:ext>
            </a:extLst>
          </p:cNvPr>
          <p:cNvPicPr>
            <a:picLocks noChangeAspect="1"/>
          </p:cNvPicPr>
          <p:nvPr/>
        </p:nvPicPr>
        <p:blipFill>
          <a:blip r:embed="rId3"/>
          <a:srcRect r="53846"/>
          <a:stretch>
            <a:fillRect/>
          </a:stretch>
        </p:blipFill>
        <p:spPr>
          <a:xfrm>
            <a:off x="7005964" y="1842186"/>
            <a:ext cx="4220308" cy="4141804"/>
          </a:xfrm>
          <a:prstGeom prst="rect">
            <a:avLst/>
          </a:prstGeom>
        </p:spPr>
      </p:pic>
      <p:sp>
        <p:nvSpPr>
          <p:cNvPr id="12" name="Content Placeholder 11">
            <a:extLst>
              <a:ext uri="{FF2B5EF4-FFF2-40B4-BE49-F238E27FC236}">
                <a16:creationId xmlns:a16="http://schemas.microsoft.com/office/drawing/2014/main" id="{5FF31C88-B401-7EBF-3CD4-D5F991939FD8}"/>
              </a:ext>
            </a:extLst>
          </p:cNvPr>
          <p:cNvSpPr>
            <a:spLocks noGrp="1"/>
          </p:cNvSpPr>
          <p:nvPr>
            <p:ph idx="1"/>
          </p:nvPr>
        </p:nvSpPr>
        <p:spPr/>
        <p:txBody>
          <a:bodyPr/>
          <a:lstStyle/>
          <a:p>
            <a:r>
              <a:rPr lang="en-US" dirty="0"/>
              <a:t>My name is Randall</a:t>
            </a:r>
          </a:p>
          <a:p>
            <a:pPr lvl="1"/>
            <a:r>
              <a:rPr lang="en-US" dirty="0"/>
              <a:t>Commonly TA for EEC 7 and 172</a:t>
            </a:r>
          </a:p>
          <a:p>
            <a:pPr lvl="1"/>
            <a:r>
              <a:rPr lang="en-US" dirty="0"/>
              <a:t>Research Focus:</a:t>
            </a:r>
          </a:p>
          <a:p>
            <a:pPr lvl="2"/>
            <a:r>
              <a:rPr lang="en-US" dirty="0"/>
              <a:t>Biological Signal Processing and Analysis</a:t>
            </a:r>
          </a:p>
          <a:p>
            <a:pPr lvl="2"/>
            <a:r>
              <a:rPr lang="en-US" dirty="0"/>
              <a:t>Health Monitoring ML</a:t>
            </a:r>
          </a:p>
          <a:p>
            <a:pPr lvl="2"/>
            <a:r>
              <a:rPr lang="en-US" dirty="0"/>
              <a:t>Modality Fusion Techniques</a:t>
            </a:r>
          </a:p>
          <a:p>
            <a:pPr lvl="1"/>
            <a:r>
              <a:rPr lang="en-US" dirty="0"/>
              <a:t>Research Interests:</a:t>
            </a:r>
          </a:p>
          <a:p>
            <a:pPr lvl="2"/>
            <a:r>
              <a:rPr lang="en-US" dirty="0"/>
              <a:t>Medical Imaging</a:t>
            </a:r>
          </a:p>
          <a:p>
            <a:pPr lvl="2"/>
            <a:r>
              <a:rPr lang="en-US" dirty="0"/>
              <a:t>EEG Signal Processing</a:t>
            </a:r>
          </a:p>
          <a:p>
            <a:pPr lvl="2"/>
            <a:r>
              <a:rPr lang="en-US" dirty="0"/>
              <a:t>Synthetic Biological Fabrication</a:t>
            </a:r>
          </a:p>
          <a:p>
            <a:pPr lvl="1"/>
            <a:endParaRPr lang="en-US" dirty="0"/>
          </a:p>
        </p:txBody>
      </p:sp>
      <p:sp>
        <p:nvSpPr>
          <p:cNvPr id="3" name="Title 2">
            <a:extLst>
              <a:ext uri="{FF2B5EF4-FFF2-40B4-BE49-F238E27FC236}">
                <a16:creationId xmlns:a16="http://schemas.microsoft.com/office/drawing/2014/main" id="{A8DF4877-098C-B02C-0208-5CC3D14A7D7C}"/>
              </a:ext>
            </a:extLst>
          </p:cNvPr>
          <p:cNvSpPr>
            <a:spLocks noGrp="1"/>
          </p:cNvSpPr>
          <p:nvPr>
            <p:ph type="title"/>
          </p:nvPr>
        </p:nvSpPr>
        <p:spPr/>
        <p:txBody>
          <a:bodyPr anchor="ctr">
            <a:normAutofit/>
          </a:bodyPr>
          <a:lstStyle/>
          <a:p>
            <a:r>
              <a:rPr lang="en-US" dirty="0"/>
              <a:t>Introduction</a:t>
            </a:r>
          </a:p>
        </p:txBody>
      </p:sp>
    </p:spTree>
    <p:extLst>
      <p:ext uri="{BB962C8B-B14F-4D97-AF65-F5344CB8AC3E}">
        <p14:creationId xmlns:p14="http://schemas.microsoft.com/office/powerpoint/2010/main" val="1314776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94C4E-1C59-727B-C210-2F2215455D2E}"/>
              </a:ext>
            </a:extLst>
          </p:cNvPr>
          <p:cNvSpPr>
            <a:spLocks noGrp="1"/>
          </p:cNvSpPr>
          <p:nvPr>
            <p:ph idx="1"/>
          </p:nvPr>
        </p:nvSpPr>
        <p:spPr/>
        <p:txBody>
          <a:bodyPr/>
          <a:lstStyle/>
          <a:p>
            <a:r>
              <a:rPr lang="en-US" dirty="0"/>
              <a:t>Start of our time:</a:t>
            </a:r>
          </a:p>
          <a:p>
            <a:pPr lvl="1"/>
            <a:r>
              <a:rPr lang="en-US" dirty="0">
                <a:solidFill>
                  <a:srgbClr val="FFC000"/>
                </a:solidFill>
              </a:rPr>
              <a:t>Quizzes</a:t>
            </a:r>
            <a:r>
              <a:rPr lang="en-US" dirty="0"/>
              <a:t>, </a:t>
            </a:r>
            <a:r>
              <a:rPr lang="en-US" dirty="0">
                <a:solidFill>
                  <a:srgbClr val="7030A0"/>
                </a:solidFill>
              </a:rPr>
              <a:t>Peer Review</a:t>
            </a:r>
            <a:r>
              <a:rPr lang="en-US" dirty="0"/>
              <a:t>, or start Discussion</a:t>
            </a:r>
          </a:p>
          <a:p>
            <a:r>
              <a:rPr lang="en-US" dirty="0"/>
              <a:t>Discussion = Interactive</a:t>
            </a:r>
          </a:p>
          <a:p>
            <a:pPr lvl="1"/>
            <a:r>
              <a:rPr lang="en-US" dirty="0"/>
              <a:t>Time for you to </a:t>
            </a:r>
            <a:r>
              <a:rPr lang="en-US" u="sng" dirty="0">
                <a:solidFill>
                  <a:srgbClr val="00B050"/>
                </a:solidFill>
              </a:rPr>
              <a:t>ask questions</a:t>
            </a:r>
            <a:r>
              <a:rPr lang="en-US" dirty="0"/>
              <a:t> and highlight knowledge gaps.</a:t>
            </a:r>
          </a:p>
          <a:p>
            <a:r>
              <a:rPr lang="en-US" dirty="0"/>
              <a:t>Lab Session</a:t>
            </a:r>
          </a:p>
          <a:p>
            <a:pPr lvl="1"/>
            <a:r>
              <a:rPr lang="en-US" dirty="0"/>
              <a:t>Get started with assignments/projects.</a:t>
            </a:r>
          </a:p>
        </p:txBody>
      </p:sp>
      <p:sp>
        <p:nvSpPr>
          <p:cNvPr id="3" name="Title 2">
            <a:extLst>
              <a:ext uri="{FF2B5EF4-FFF2-40B4-BE49-F238E27FC236}">
                <a16:creationId xmlns:a16="http://schemas.microsoft.com/office/drawing/2014/main" id="{839FCAAD-5A3E-BC0C-0A82-B788C33CF1FF}"/>
              </a:ext>
            </a:extLst>
          </p:cNvPr>
          <p:cNvSpPr>
            <a:spLocks noGrp="1"/>
          </p:cNvSpPr>
          <p:nvPr>
            <p:ph type="title"/>
          </p:nvPr>
        </p:nvSpPr>
        <p:spPr/>
        <p:txBody>
          <a:bodyPr/>
          <a:lstStyle/>
          <a:p>
            <a:r>
              <a:rPr lang="en-US" dirty="0"/>
              <a:t>Discussion/Lab Time</a:t>
            </a:r>
          </a:p>
        </p:txBody>
      </p:sp>
    </p:spTree>
    <p:extLst>
      <p:ext uri="{BB962C8B-B14F-4D97-AF65-F5344CB8AC3E}">
        <p14:creationId xmlns:p14="http://schemas.microsoft.com/office/powerpoint/2010/main" val="1924857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593F6-454D-DED4-AADF-49DBA2D1748B}"/>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6812777-D8BD-2D62-4F87-FD5A7457092D}"/>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3637817" y="1318119"/>
            <a:ext cx="8554183" cy="3596942"/>
          </a:xfrm>
          <a:prstGeom prst="rect">
            <a:avLst/>
          </a:prstGeom>
        </p:spPr>
      </p:pic>
      <p:sp>
        <p:nvSpPr>
          <p:cNvPr id="3" name="Title 2">
            <a:extLst>
              <a:ext uri="{FF2B5EF4-FFF2-40B4-BE49-F238E27FC236}">
                <a16:creationId xmlns:a16="http://schemas.microsoft.com/office/drawing/2014/main" id="{9AC32282-DF3D-1B72-3404-A0128EC698C4}"/>
              </a:ext>
            </a:extLst>
          </p:cNvPr>
          <p:cNvSpPr>
            <a:spLocks noGrp="1"/>
          </p:cNvSpPr>
          <p:nvPr>
            <p:ph type="title"/>
          </p:nvPr>
        </p:nvSpPr>
        <p:spPr/>
        <p:txBody>
          <a:bodyPr anchor="ctr">
            <a:normAutofit/>
          </a:bodyPr>
          <a:lstStyle/>
          <a:p>
            <a:r>
              <a:rPr lang="en-US" dirty="0"/>
              <a:t>AI? Machine Learning? Deep Learning?</a:t>
            </a:r>
          </a:p>
        </p:txBody>
      </p:sp>
      <p:sp>
        <p:nvSpPr>
          <p:cNvPr id="7" name="TextBox 6">
            <a:extLst>
              <a:ext uri="{FF2B5EF4-FFF2-40B4-BE49-F238E27FC236}">
                <a16:creationId xmlns:a16="http://schemas.microsoft.com/office/drawing/2014/main" id="{8AB3E9BA-0FFB-C833-6340-68F2680CC989}"/>
              </a:ext>
            </a:extLst>
          </p:cNvPr>
          <p:cNvSpPr txBox="1"/>
          <p:nvPr/>
        </p:nvSpPr>
        <p:spPr>
          <a:xfrm>
            <a:off x="27109" y="1125370"/>
            <a:ext cx="7221416" cy="830997"/>
          </a:xfrm>
          <a:prstGeom prst="rect">
            <a:avLst/>
          </a:prstGeom>
          <a:noFill/>
        </p:spPr>
        <p:txBody>
          <a:bodyPr wrap="square">
            <a:spAutoFit/>
          </a:bodyPr>
          <a:lstStyle/>
          <a:p>
            <a:r>
              <a:rPr lang="en-US" sz="2400" dirty="0"/>
              <a:t>if ( time == 1pm &amp;&amp; day == Friday)</a:t>
            </a:r>
          </a:p>
          <a:p>
            <a:r>
              <a:rPr lang="en-US" sz="2400" dirty="0"/>
              <a:t>	print(“Go to class”)</a:t>
            </a:r>
          </a:p>
        </p:txBody>
      </p:sp>
      <p:pic>
        <p:nvPicPr>
          <p:cNvPr id="16" name="Picture 15">
            <a:extLst>
              <a:ext uri="{FF2B5EF4-FFF2-40B4-BE49-F238E27FC236}">
                <a16:creationId xmlns:a16="http://schemas.microsoft.com/office/drawing/2014/main" id="{1317C554-5C05-6FA2-E8C9-7767C294B3C3}"/>
              </a:ext>
            </a:extLst>
          </p:cNvPr>
          <p:cNvPicPr>
            <a:picLocks noChangeAspect="1"/>
          </p:cNvPicPr>
          <p:nvPr/>
        </p:nvPicPr>
        <p:blipFill>
          <a:blip r:embed="rId4"/>
          <a:stretch>
            <a:fillRect/>
          </a:stretch>
        </p:blipFill>
        <p:spPr>
          <a:xfrm>
            <a:off x="133606" y="4039908"/>
            <a:ext cx="3504211" cy="2579217"/>
          </a:xfrm>
          <a:prstGeom prst="rect">
            <a:avLst/>
          </a:prstGeom>
        </p:spPr>
      </p:pic>
      <p:pic>
        <p:nvPicPr>
          <p:cNvPr id="17" name="Picture 16" descr="Lecture 7: Transformers - Deep Learning">
            <a:extLst>
              <a:ext uri="{FF2B5EF4-FFF2-40B4-BE49-F238E27FC236}">
                <a16:creationId xmlns:a16="http://schemas.microsoft.com/office/drawing/2014/main" id="{45448F22-2874-C90F-DB84-C8186DEE20D0}"/>
              </a:ext>
            </a:extLst>
          </p:cNvPr>
          <p:cNvPicPr>
            <a:picLocks noChangeAspect="1"/>
          </p:cNvPicPr>
          <p:nvPr/>
        </p:nvPicPr>
        <p:blipFill>
          <a:blip r:embed="rId5"/>
          <a:stretch>
            <a:fillRect/>
          </a:stretch>
        </p:blipFill>
        <p:spPr>
          <a:xfrm>
            <a:off x="5596577" y="5019939"/>
            <a:ext cx="3828777" cy="1683042"/>
          </a:xfrm>
          <a:prstGeom prst="rect">
            <a:avLst/>
          </a:prstGeom>
        </p:spPr>
      </p:pic>
    </p:spTree>
    <p:extLst>
      <p:ext uri="{BB962C8B-B14F-4D97-AF65-F5344CB8AC3E}">
        <p14:creationId xmlns:p14="http://schemas.microsoft.com/office/powerpoint/2010/main" val="1657347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F7168-3FFD-D50F-4FD8-61FCE0B085DD}"/>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63B80FAD-563B-6CE5-30BE-74868ACFC49B}"/>
              </a:ext>
            </a:extLst>
          </p:cNvPr>
          <p:cNvSpPr>
            <a:spLocks noGrp="1"/>
          </p:cNvSpPr>
          <p:nvPr>
            <p:ph idx="1"/>
          </p:nvPr>
        </p:nvSpPr>
        <p:spPr/>
        <p:txBody>
          <a:bodyPr/>
          <a:lstStyle/>
          <a:p>
            <a:r>
              <a:rPr lang="en-US" dirty="0"/>
              <a:t>TA Office Hours</a:t>
            </a:r>
          </a:p>
          <a:p>
            <a:pPr lvl="1"/>
            <a:r>
              <a:rPr lang="en-US" dirty="0"/>
              <a:t>Complete </a:t>
            </a:r>
            <a:r>
              <a:rPr lang="en-US" dirty="0">
                <a:hlinkClick r:id="rId3"/>
              </a:rPr>
              <a:t>When2Meet link </a:t>
            </a:r>
            <a:r>
              <a:rPr lang="en-US" dirty="0"/>
              <a:t>(on Canvas and Slack) by </a:t>
            </a:r>
            <a:r>
              <a:rPr lang="en-US" b="1" dirty="0"/>
              <a:t>Saturday (Sep 26</a:t>
            </a:r>
            <a:r>
              <a:rPr lang="en-US" b="1" baseline="30000" dirty="0"/>
              <a:t>th</a:t>
            </a:r>
            <a:r>
              <a:rPr lang="en-US" b="1" dirty="0"/>
              <a:t>)</a:t>
            </a:r>
          </a:p>
          <a:p>
            <a:pPr lvl="1"/>
            <a:endParaRPr lang="en-US" dirty="0"/>
          </a:p>
          <a:p>
            <a:endParaRPr lang="en-US" dirty="0"/>
          </a:p>
          <a:p>
            <a:r>
              <a:rPr lang="en-US" dirty="0"/>
              <a:t>All assignments are submitted to Canvas and hosted on </a:t>
            </a:r>
            <a:r>
              <a:rPr lang="en-US" dirty="0" err="1"/>
              <a:t>Github</a:t>
            </a:r>
            <a:r>
              <a:rPr lang="en-US" dirty="0"/>
              <a:t>.</a:t>
            </a:r>
          </a:p>
          <a:p>
            <a:pPr lvl="1"/>
            <a:r>
              <a:rPr lang="en-US" dirty="0" err="1"/>
              <a:t>Github</a:t>
            </a:r>
            <a:r>
              <a:rPr lang="en-US" dirty="0"/>
              <a:t> tracks commit times and history.</a:t>
            </a:r>
          </a:p>
          <a:p>
            <a:r>
              <a:rPr lang="en-US" dirty="0"/>
              <a:t>Pre-Labs are due </a:t>
            </a:r>
            <a:r>
              <a:rPr lang="en-US" b="1" dirty="0">
                <a:highlight>
                  <a:srgbClr val="FFFF00"/>
                </a:highlight>
              </a:rPr>
              <a:t>BEFORE</a:t>
            </a:r>
            <a:r>
              <a:rPr lang="en-US" dirty="0"/>
              <a:t> lab!</a:t>
            </a:r>
          </a:p>
          <a:p>
            <a:r>
              <a:rPr lang="en-US" dirty="0"/>
              <a:t>SLACK</a:t>
            </a:r>
          </a:p>
          <a:p>
            <a:pPr lvl="1"/>
            <a:r>
              <a:rPr lang="en-US" dirty="0"/>
              <a:t>Class communication channels dedicated for discussing labs.</a:t>
            </a:r>
          </a:p>
          <a:p>
            <a:pPr lvl="1"/>
            <a:r>
              <a:rPr lang="en-US" dirty="0"/>
              <a:t>Easier to get in contact.</a:t>
            </a:r>
          </a:p>
        </p:txBody>
      </p:sp>
      <p:sp>
        <p:nvSpPr>
          <p:cNvPr id="3" name="Title 2">
            <a:extLst>
              <a:ext uri="{FF2B5EF4-FFF2-40B4-BE49-F238E27FC236}">
                <a16:creationId xmlns:a16="http://schemas.microsoft.com/office/drawing/2014/main" id="{5B5C516A-429E-CB1D-1E36-386720A52803}"/>
              </a:ext>
            </a:extLst>
          </p:cNvPr>
          <p:cNvSpPr>
            <a:spLocks noGrp="1"/>
          </p:cNvSpPr>
          <p:nvPr>
            <p:ph type="title"/>
          </p:nvPr>
        </p:nvSpPr>
        <p:spPr/>
        <p:txBody>
          <a:bodyPr anchor="ctr">
            <a:normAutofit/>
          </a:bodyPr>
          <a:lstStyle/>
          <a:p>
            <a:r>
              <a:rPr lang="en-US" dirty="0"/>
              <a:t>Logistics</a:t>
            </a:r>
          </a:p>
        </p:txBody>
      </p:sp>
      <p:pic>
        <p:nvPicPr>
          <p:cNvPr id="4" name="Google Shape;87;p5">
            <a:extLst>
              <a:ext uri="{FF2B5EF4-FFF2-40B4-BE49-F238E27FC236}">
                <a16:creationId xmlns:a16="http://schemas.microsoft.com/office/drawing/2014/main" id="{B29AEF03-E07D-9A1E-9AB0-58253141252A}"/>
              </a:ext>
            </a:extLst>
          </p:cNvPr>
          <p:cNvPicPr preferRelativeResize="0"/>
          <p:nvPr/>
        </p:nvPicPr>
        <p:blipFill rotWithShape="1">
          <a:blip r:embed="rId4">
            <a:alphaModFix/>
          </a:blip>
          <a:srcRect/>
          <a:stretch/>
        </p:blipFill>
        <p:spPr>
          <a:xfrm>
            <a:off x="1715893" y="4408391"/>
            <a:ext cx="572700" cy="429525"/>
          </a:xfrm>
          <a:prstGeom prst="rect">
            <a:avLst/>
          </a:prstGeom>
          <a:noFill/>
          <a:ln>
            <a:noFill/>
          </a:ln>
        </p:spPr>
      </p:pic>
      <p:sp>
        <p:nvSpPr>
          <p:cNvPr id="6" name="TextBox 5">
            <a:extLst>
              <a:ext uri="{FF2B5EF4-FFF2-40B4-BE49-F238E27FC236}">
                <a16:creationId xmlns:a16="http://schemas.microsoft.com/office/drawing/2014/main" id="{0E9A9C48-547E-C627-0765-053C050D424F}"/>
              </a:ext>
            </a:extLst>
          </p:cNvPr>
          <p:cNvSpPr txBox="1"/>
          <p:nvPr/>
        </p:nvSpPr>
        <p:spPr>
          <a:xfrm>
            <a:off x="1606062" y="2080278"/>
            <a:ext cx="6096000" cy="369332"/>
          </a:xfrm>
          <a:prstGeom prst="rect">
            <a:avLst/>
          </a:prstGeom>
          <a:noFill/>
        </p:spPr>
        <p:txBody>
          <a:bodyPr wrap="square">
            <a:spAutoFit/>
          </a:bodyPr>
          <a:lstStyle/>
          <a:p>
            <a:r>
              <a:rPr lang="en-US" dirty="0">
                <a:solidFill>
                  <a:srgbClr val="0563C1"/>
                </a:solidFill>
                <a:hlinkClick r:id="rId3"/>
              </a:rPr>
              <a:t>https://www.when2meet.com/?38598424-b5pl9</a:t>
            </a:r>
            <a:endParaRPr lang="en-US" dirty="0">
              <a:solidFill>
                <a:srgbClr val="0563C1"/>
              </a:solidFill>
            </a:endParaRPr>
          </a:p>
        </p:txBody>
      </p:sp>
    </p:spTree>
    <p:extLst>
      <p:ext uri="{BB962C8B-B14F-4D97-AF65-F5344CB8AC3E}">
        <p14:creationId xmlns:p14="http://schemas.microsoft.com/office/powerpoint/2010/main" val="897270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D88D5-85F4-85E0-8583-D7244874F4CA}"/>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1C2C22FD-3A5F-9BDB-E6F8-34003FB1F7F8}"/>
              </a:ext>
            </a:extLst>
          </p:cNvPr>
          <p:cNvSpPr>
            <a:spLocks noGrp="1"/>
          </p:cNvSpPr>
          <p:nvPr>
            <p:ph idx="1"/>
          </p:nvPr>
        </p:nvSpPr>
        <p:spPr/>
        <p:txBody>
          <a:bodyPr/>
          <a:lstStyle/>
          <a:p>
            <a:r>
              <a:rPr lang="en-US" dirty="0"/>
              <a:t>You are </a:t>
            </a:r>
            <a:r>
              <a:rPr lang="en-US" b="1" u="sng" dirty="0"/>
              <a:t>required</a:t>
            </a:r>
            <a:r>
              <a:rPr lang="en-US" dirty="0"/>
              <a:t> to cite any resources you use.</a:t>
            </a:r>
          </a:p>
          <a:p>
            <a:endParaRPr lang="en-US" b="1" dirty="0">
              <a:highlight>
                <a:srgbClr val="FF0000"/>
              </a:highlight>
            </a:endParaRPr>
          </a:p>
          <a:p>
            <a:endParaRPr lang="en-US" b="1" dirty="0">
              <a:highlight>
                <a:srgbClr val="FF0000"/>
              </a:highlight>
            </a:endParaRPr>
          </a:p>
          <a:p>
            <a:endParaRPr lang="en-US" b="1" dirty="0">
              <a:highlight>
                <a:srgbClr val="FF0000"/>
              </a:highlight>
            </a:endParaRPr>
          </a:p>
          <a:p>
            <a:endParaRPr lang="en-US" b="1" dirty="0">
              <a:highlight>
                <a:srgbClr val="FF0000"/>
              </a:highlight>
            </a:endParaRPr>
          </a:p>
          <a:p>
            <a:r>
              <a:rPr lang="en-US" b="1" dirty="0">
                <a:highlight>
                  <a:srgbClr val="FF0000"/>
                </a:highlight>
              </a:rPr>
              <a:t>DO NOT</a:t>
            </a:r>
            <a:r>
              <a:rPr lang="en-US" b="1" dirty="0"/>
              <a:t> </a:t>
            </a:r>
            <a:r>
              <a:rPr lang="en-US" dirty="0"/>
              <a:t>copy entire source codes</a:t>
            </a:r>
          </a:p>
          <a:p>
            <a:r>
              <a:rPr lang="en-US" dirty="0"/>
              <a:t>Be able to </a:t>
            </a:r>
            <a:r>
              <a:rPr lang="en-US" b="1" u="sng" dirty="0"/>
              <a:t>explain your code</a:t>
            </a:r>
          </a:p>
          <a:p>
            <a:r>
              <a:rPr lang="en-US" b="1" dirty="0">
                <a:solidFill>
                  <a:srgbClr val="00B050"/>
                </a:solidFill>
              </a:rPr>
              <a:t>Ask for help</a:t>
            </a:r>
            <a:r>
              <a:rPr lang="en-US" dirty="0"/>
              <a:t>: TAs are here to support your learning.</a:t>
            </a:r>
          </a:p>
          <a:p>
            <a:pPr lvl="1"/>
            <a:r>
              <a:rPr lang="en-US" dirty="0"/>
              <a:t>Lab session and office hours is your time to ask questions and receive help.</a:t>
            </a:r>
          </a:p>
          <a:p>
            <a:pPr lvl="1"/>
            <a:r>
              <a:rPr lang="en-US" dirty="0"/>
              <a:t>Asking for help last minute is not advised. </a:t>
            </a:r>
          </a:p>
        </p:txBody>
      </p:sp>
      <p:sp>
        <p:nvSpPr>
          <p:cNvPr id="3" name="Title 2">
            <a:extLst>
              <a:ext uri="{FF2B5EF4-FFF2-40B4-BE49-F238E27FC236}">
                <a16:creationId xmlns:a16="http://schemas.microsoft.com/office/drawing/2014/main" id="{F2D78761-D25C-42BD-8933-057BBFEB560A}"/>
              </a:ext>
            </a:extLst>
          </p:cNvPr>
          <p:cNvSpPr>
            <a:spLocks noGrp="1"/>
          </p:cNvSpPr>
          <p:nvPr>
            <p:ph type="title"/>
          </p:nvPr>
        </p:nvSpPr>
        <p:spPr/>
        <p:txBody>
          <a:bodyPr anchor="ctr">
            <a:normAutofit/>
          </a:bodyPr>
          <a:lstStyle/>
          <a:p>
            <a:r>
              <a:rPr lang="en-US" dirty="0"/>
              <a:t>Code of Academic Conduct</a:t>
            </a:r>
          </a:p>
        </p:txBody>
      </p:sp>
      <p:sp>
        <p:nvSpPr>
          <p:cNvPr id="4" name="TextBox 3">
            <a:extLst>
              <a:ext uri="{FF2B5EF4-FFF2-40B4-BE49-F238E27FC236}">
                <a16:creationId xmlns:a16="http://schemas.microsoft.com/office/drawing/2014/main" id="{160E546D-A635-21F4-87EA-E5CC696535E6}"/>
              </a:ext>
            </a:extLst>
          </p:cNvPr>
          <p:cNvSpPr txBox="1"/>
          <p:nvPr/>
        </p:nvSpPr>
        <p:spPr>
          <a:xfrm>
            <a:off x="5826368" y="6055615"/>
            <a:ext cx="6096000" cy="646331"/>
          </a:xfrm>
          <a:prstGeom prst="rect">
            <a:avLst/>
          </a:prstGeom>
          <a:noFill/>
        </p:spPr>
        <p:txBody>
          <a:bodyPr wrap="square">
            <a:spAutoFit/>
          </a:bodyPr>
          <a:lstStyle/>
          <a:p>
            <a:pPr algn="ctr"/>
            <a:r>
              <a:rPr lang="en-US" sz="3600" dirty="0"/>
              <a:t>Proactivity &gt; Procrastination</a:t>
            </a:r>
            <a:endParaRPr lang="en-US" sz="2400" dirty="0"/>
          </a:p>
        </p:txBody>
      </p:sp>
      <p:pic>
        <p:nvPicPr>
          <p:cNvPr id="5" name="Google Shape;94;p6">
            <a:extLst>
              <a:ext uri="{FF2B5EF4-FFF2-40B4-BE49-F238E27FC236}">
                <a16:creationId xmlns:a16="http://schemas.microsoft.com/office/drawing/2014/main" id="{A82FCBC2-573B-30D6-4950-647E4DA12148}"/>
              </a:ext>
            </a:extLst>
          </p:cNvPr>
          <p:cNvPicPr preferRelativeResize="0"/>
          <p:nvPr/>
        </p:nvPicPr>
        <p:blipFill rotWithShape="1">
          <a:blip r:embed="rId3">
            <a:alphaModFix/>
          </a:blip>
          <a:srcRect/>
          <a:stretch/>
        </p:blipFill>
        <p:spPr>
          <a:xfrm>
            <a:off x="1272993" y="1961275"/>
            <a:ext cx="5926624" cy="1467725"/>
          </a:xfrm>
          <a:prstGeom prst="rect">
            <a:avLst/>
          </a:prstGeom>
          <a:noFill/>
          <a:ln>
            <a:noFill/>
          </a:ln>
        </p:spPr>
      </p:pic>
    </p:spTree>
    <p:extLst>
      <p:ext uri="{BB962C8B-B14F-4D97-AF65-F5344CB8AC3E}">
        <p14:creationId xmlns:p14="http://schemas.microsoft.com/office/powerpoint/2010/main" val="215058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68E10-B575-9999-F6E1-5DA9E56C1286}"/>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FDC044BC-F0BA-4E17-ED2E-4420D5A632B8}"/>
              </a:ext>
            </a:extLst>
          </p:cNvPr>
          <p:cNvSpPr>
            <a:spLocks noGrp="1"/>
          </p:cNvSpPr>
          <p:nvPr>
            <p:ph idx="1"/>
          </p:nvPr>
        </p:nvSpPr>
        <p:spPr/>
        <p:txBody>
          <a:bodyPr/>
          <a:lstStyle/>
          <a:p>
            <a:r>
              <a:rPr lang="en-US" dirty="0"/>
              <a:t>Coding is now very easy for AI agents</a:t>
            </a:r>
          </a:p>
          <a:p>
            <a:pPr lvl="1"/>
            <a:r>
              <a:rPr lang="en-US" dirty="0"/>
              <a:t>Your coding skills </a:t>
            </a:r>
            <a:r>
              <a:rPr lang="en-US" dirty="0">
                <a:solidFill>
                  <a:srgbClr val="FF0000"/>
                </a:solidFill>
              </a:rPr>
              <a:t>↓</a:t>
            </a:r>
          </a:p>
          <a:p>
            <a:pPr lvl="1"/>
            <a:r>
              <a:rPr lang="en-US" dirty="0"/>
              <a:t>Your effort </a:t>
            </a:r>
            <a:r>
              <a:rPr lang="en-US" dirty="0">
                <a:solidFill>
                  <a:srgbClr val="FF0000"/>
                </a:solidFill>
              </a:rPr>
              <a:t>↓</a:t>
            </a:r>
          </a:p>
          <a:p>
            <a:pPr lvl="1"/>
            <a:r>
              <a:rPr lang="en-US" dirty="0"/>
              <a:t>Your industry skills </a:t>
            </a:r>
            <a:r>
              <a:rPr lang="en-US" dirty="0">
                <a:solidFill>
                  <a:srgbClr val="FF0000"/>
                </a:solidFill>
              </a:rPr>
              <a:t>↓</a:t>
            </a:r>
            <a:endParaRPr lang="en-US" dirty="0"/>
          </a:p>
          <a:p>
            <a:r>
              <a:rPr lang="en-US" dirty="0"/>
              <a:t>How are you supposed to learn if AI does your homework?</a:t>
            </a:r>
          </a:p>
          <a:p>
            <a:pPr lvl="1"/>
            <a:r>
              <a:rPr lang="en-US" dirty="0"/>
              <a:t>You are allowed to use AI as a tool but be aware </a:t>
            </a:r>
            <a:r>
              <a:rPr lang="en-US" b="1" u="sng" dirty="0"/>
              <a:t>it may hinder you</a:t>
            </a:r>
            <a:r>
              <a:rPr lang="en-US" dirty="0"/>
              <a:t>.</a:t>
            </a:r>
          </a:p>
          <a:p>
            <a:pPr lvl="1"/>
            <a:r>
              <a:rPr lang="en-US" dirty="0"/>
              <a:t>In lab, Quizzes </a:t>
            </a:r>
            <a:r>
              <a:rPr lang="en-US" dirty="0">
                <a:sym typeface="Wingdings" panose="05000000000000000000" pitchFamily="2" charset="2"/>
              </a:rPr>
              <a:t></a:t>
            </a:r>
            <a:endParaRPr lang="en-US" dirty="0"/>
          </a:p>
          <a:p>
            <a:r>
              <a:rPr lang="en-US" dirty="0"/>
              <a:t>You are expected to:</a:t>
            </a:r>
          </a:p>
          <a:p>
            <a:pPr lvl="1"/>
            <a:r>
              <a:rPr lang="en-US" dirty="0"/>
              <a:t>Be able to </a:t>
            </a:r>
            <a:r>
              <a:rPr lang="en-US" b="1" u="sng" dirty="0"/>
              <a:t>explain your code</a:t>
            </a:r>
            <a:endParaRPr lang="en-US" b="1" dirty="0"/>
          </a:p>
          <a:p>
            <a:pPr lvl="1"/>
            <a:r>
              <a:rPr lang="en-US" dirty="0"/>
              <a:t>Understand course content conceptually</a:t>
            </a:r>
          </a:p>
        </p:txBody>
      </p:sp>
      <p:sp>
        <p:nvSpPr>
          <p:cNvPr id="3" name="Title 2">
            <a:extLst>
              <a:ext uri="{FF2B5EF4-FFF2-40B4-BE49-F238E27FC236}">
                <a16:creationId xmlns:a16="http://schemas.microsoft.com/office/drawing/2014/main" id="{4D5CF6F3-5CBD-068D-D122-2D8786808E1D}"/>
              </a:ext>
            </a:extLst>
          </p:cNvPr>
          <p:cNvSpPr>
            <a:spLocks noGrp="1"/>
          </p:cNvSpPr>
          <p:nvPr>
            <p:ph type="title"/>
          </p:nvPr>
        </p:nvSpPr>
        <p:spPr/>
        <p:txBody>
          <a:bodyPr anchor="ctr">
            <a:normAutofit/>
          </a:bodyPr>
          <a:lstStyle/>
          <a:p>
            <a:r>
              <a:rPr lang="en-US" dirty="0"/>
              <a:t>Your Friend: Language Models (LLMs)</a:t>
            </a:r>
          </a:p>
        </p:txBody>
      </p:sp>
      <p:pic>
        <p:nvPicPr>
          <p:cNvPr id="2" name="Picture 1" descr="chat gpt logo | MotionGraphicPlus">
            <a:extLst>
              <a:ext uri="{FF2B5EF4-FFF2-40B4-BE49-F238E27FC236}">
                <a16:creationId xmlns:a16="http://schemas.microsoft.com/office/drawing/2014/main" id="{A80006E4-7459-CC15-F616-F14E03828F1C}"/>
              </a:ext>
            </a:extLst>
          </p:cNvPr>
          <p:cNvPicPr>
            <a:picLocks noChangeAspect="1"/>
          </p:cNvPicPr>
          <p:nvPr/>
        </p:nvPicPr>
        <p:blipFill>
          <a:blip r:embed="rId3"/>
          <a:stretch>
            <a:fillRect/>
          </a:stretch>
        </p:blipFill>
        <p:spPr>
          <a:xfrm rot="19963057">
            <a:off x="9751765" y="1488745"/>
            <a:ext cx="1881780" cy="659922"/>
          </a:xfrm>
          <a:prstGeom prst="rect">
            <a:avLst/>
          </a:prstGeom>
        </p:spPr>
      </p:pic>
      <p:pic>
        <p:nvPicPr>
          <p:cNvPr id="4" name="Picture 3" descr="How I Built a Live FIFA World Cup 2026 Predictor App — Solo, Under Pressure">
            <a:extLst>
              <a:ext uri="{FF2B5EF4-FFF2-40B4-BE49-F238E27FC236}">
                <a16:creationId xmlns:a16="http://schemas.microsoft.com/office/drawing/2014/main" id="{0FD25A07-6A60-F5F6-BEDC-F758F14EB5BA}"/>
              </a:ext>
            </a:extLst>
          </p:cNvPr>
          <p:cNvPicPr>
            <a:picLocks noChangeAspect="1"/>
          </p:cNvPicPr>
          <p:nvPr/>
        </p:nvPicPr>
        <p:blipFill>
          <a:blip r:embed="rId4"/>
          <a:stretch>
            <a:fillRect/>
          </a:stretch>
        </p:blipFill>
        <p:spPr>
          <a:xfrm rot="19980000">
            <a:off x="10092536" y="2727704"/>
            <a:ext cx="1487053" cy="319339"/>
          </a:xfrm>
          <a:prstGeom prst="rect">
            <a:avLst/>
          </a:prstGeom>
        </p:spPr>
      </p:pic>
      <p:pic>
        <p:nvPicPr>
          <p:cNvPr id="5" name="Picture 4" descr="今晚在室外抬头能拍到Gemini - #3，来自 Xsc15926 - 搞七捻三 - LINUX DO">
            <a:extLst>
              <a:ext uri="{FF2B5EF4-FFF2-40B4-BE49-F238E27FC236}">
                <a16:creationId xmlns:a16="http://schemas.microsoft.com/office/drawing/2014/main" id="{CA4642FE-FCD8-A06A-CBF9-55558E1C6FF0}"/>
              </a:ext>
            </a:extLst>
          </p:cNvPr>
          <p:cNvPicPr>
            <a:picLocks noChangeAspect="1"/>
          </p:cNvPicPr>
          <p:nvPr/>
        </p:nvPicPr>
        <p:blipFill>
          <a:blip r:embed="rId5"/>
          <a:stretch>
            <a:fillRect/>
          </a:stretch>
        </p:blipFill>
        <p:spPr>
          <a:xfrm rot="19980000">
            <a:off x="10072272" y="3790202"/>
            <a:ext cx="1492679" cy="337019"/>
          </a:xfrm>
          <a:prstGeom prst="rect">
            <a:avLst/>
          </a:prstGeom>
        </p:spPr>
      </p:pic>
      <p:pic>
        <p:nvPicPr>
          <p:cNvPr id="7" name="Picture 6" descr="Meta’s Llama 4 is Coming Soon">
            <a:extLst>
              <a:ext uri="{FF2B5EF4-FFF2-40B4-BE49-F238E27FC236}">
                <a16:creationId xmlns:a16="http://schemas.microsoft.com/office/drawing/2014/main" id="{6F0627AD-0F3A-F403-1368-31724389EBE7}"/>
              </a:ext>
            </a:extLst>
          </p:cNvPr>
          <p:cNvPicPr>
            <a:picLocks noChangeAspect="1"/>
          </p:cNvPicPr>
          <p:nvPr/>
        </p:nvPicPr>
        <p:blipFill>
          <a:blip r:embed="rId6"/>
          <a:srcRect/>
          <a:stretch>
            <a:fillRect/>
          </a:stretch>
        </p:blipFill>
        <p:spPr>
          <a:xfrm rot="19980000">
            <a:off x="9659356" y="4448352"/>
            <a:ext cx="2160552" cy="1215536"/>
          </a:xfrm>
          <a:prstGeom prst="rect">
            <a:avLst/>
          </a:prstGeom>
        </p:spPr>
      </p:pic>
      <p:pic>
        <p:nvPicPr>
          <p:cNvPr id="8" name="Picture 7" descr="Berkas:DeepSeek logo.svg - Wikipedia bahasa Indonesia, ensiklopedia bebas">
            <a:extLst>
              <a:ext uri="{FF2B5EF4-FFF2-40B4-BE49-F238E27FC236}">
                <a16:creationId xmlns:a16="http://schemas.microsoft.com/office/drawing/2014/main" id="{48286FE4-4B75-A90B-2634-A4BB96BA6CD0}"/>
              </a:ext>
            </a:extLst>
          </p:cNvPr>
          <p:cNvPicPr>
            <a:picLocks noChangeAspect="1"/>
          </p:cNvPicPr>
          <p:nvPr/>
        </p:nvPicPr>
        <p:blipFill>
          <a:blip r:embed="rId7"/>
          <a:stretch>
            <a:fillRect/>
          </a:stretch>
        </p:blipFill>
        <p:spPr>
          <a:xfrm rot="19980000">
            <a:off x="9845128" y="6008466"/>
            <a:ext cx="1806759" cy="383465"/>
          </a:xfrm>
          <a:prstGeom prst="rect">
            <a:avLst/>
          </a:prstGeom>
        </p:spPr>
      </p:pic>
    </p:spTree>
    <p:extLst>
      <p:ext uri="{BB962C8B-B14F-4D97-AF65-F5344CB8AC3E}">
        <p14:creationId xmlns:p14="http://schemas.microsoft.com/office/powerpoint/2010/main" val="421983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0BB269-20B0-ABA4-2DD7-12ABC3721DCC}"/>
              </a:ext>
            </a:extLst>
          </p:cNvPr>
          <p:cNvSpPr>
            <a:spLocks noGrp="1"/>
          </p:cNvSpPr>
          <p:nvPr>
            <p:ph idx="1"/>
          </p:nvPr>
        </p:nvSpPr>
        <p:spPr/>
        <p:txBody>
          <a:bodyPr>
            <a:normAutofit/>
          </a:bodyPr>
          <a:lstStyle/>
          <a:p>
            <a:pPr marL="0" lvl="0" indent="0">
              <a:lnSpc>
                <a:spcPct val="200000"/>
              </a:lnSpc>
              <a:spcBef>
                <a:spcPts val="0"/>
              </a:spcBef>
              <a:buSzPts val="1800"/>
              <a:buNone/>
            </a:pPr>
            <a:r>
              <a:rPr lang="en-US" b="1" u="sng" dirty="0">
                <a:solidFill>
                  <a:schemeClr val="dk1"/>
                </a:solidFill>
              </a:rPr>
              <a:t>Foundation Labs (Weeks 1 - 5):</a:t>
            </a:r>
          </a:p>
          <a:p>
            <a:pPr marL="457200" lvl="0" indent="-349250">
              <a:lnSpc>
                <a:spcPct val="200000"/>
              </a:lnSpc>
              <a:spcBef>
                <a:spcPts val="1200"/>
              </a:spcBef>
              <a:buClr>
                <a:schemeClr val="dk1"/>
              </a:buClr>
              <a:buSzPts val="1900"/>
              <a:buChar char="●"/>
            </a:pPr>
            <a:r>
              <a:rPr lang="en-US" b="1" dirty="0">
                <a:solidFill>
                  <a:schemeClr val="dk1"/>
                </a:solidFill>
              </a:rPr>
              <a:t>Lab 1 (15%):</a:t>
            </a:r>
            <a:r>
              <a:rPr lang="en-US" dirty="0">
                <a:solidFill>
                  <a:schemeClr val="dk1"/>
                </a:solidFill>
              </a:rPr>
              <a:t> Introduction to Environment &amp; Software Tools </a:t>
            </a:r>
          </a:p>
          <a:p>
            <a:pPr marL="457200" lvl="0" indent="-349250">
              <a:lnSpc>
                <a:spcPct val="200000"/>
              </a:lnSpc>
              <a:spcBef>
                <a:spcPts val="0"/>
              </a:spcBef>
              <a:buClr>
                <a:schemeClr val="dk1"/>
              </a:buClr>
              <a:buSzPts val="1900"/>
              <a:buChar char="●"/>
            </a:pPr>
            <a:r>
              <a:rPr lang="en-US" b="1" dirty="0">
                <a:solidFill>
                  <a:schemeClr val="dk1"/>
                </a:solidFill>
              </a:rPr>
              <a:t>Lab 2 (15%):</a:t>
            </a:r>
            <a:r>
              <a:rPr lang="en-US" dirty="0">
                <a:solidFill>
                  <a:schemeClr val="dk1"/>
                </a:solidFill>
              </a:rPr>
              <a:t> Data Analysis, Supervised &amp; Unsupervised ML with Python</a:t>
            </a:r>
          </a:p>
          <a:p>
            <a:pPr marL="457200" lvl="0" indent="-349250">
              <a:lnSpc>
                <a:spcPct val="200000"/>
              </a:lnSpc>
              <a:spcBef>
                <a:spcPts val="0"/>
              </a:spcBef>
              <a:buClr>
                <a:schemeClr val="dk1"/>
              </a:buClr>
              <a:buSzPts val="1900"/>
              <a:buChar char="●"/>
            </a:pPr>
            <a:r>
              <a:rPr lang="en-US" b="1" dirty="0">
                <a:solidFill>
                  <a:schemeClr val="dk1"/>
                </a:solidFill>
              </a:rPr>
              <a:t>Lab 3 (20%):</a:t>
            </a:r>
            <a:r>
              <a:rPr lang="en-US" dirty="0">
                <a:solidFill>
                  <a:schemeClr val="dk1"/>
                </a:solidFill>
              </a:rPr>
              <a:t> Intro to Deep Learning with Image Classification</a:t>
            </a:r>
          </a:p>
          <a:p>
            <a:pPr marL="0" indent="0">
              <a:buNone/>
            </a:pPr>
            <a:endParaRPr lang="en-US" dirty="0"/>
          </a:p>
          <a:p>
            <a:pPr marL="0" indent="0">
              <a:buNone/>
            </a:pPr>
            <a:r>
              <a:rPr lang="en-US" dirty="0">
                <a:solidFill>
                  <a:srgbClr val="FF8047"/>
                </a:solidFill>
              </a:rPr>
              <a:t>* Each lab is due by the beginning of the next lab.</a:t>
            </a:r>
          </a:p>
        </p:txBody>
      </p:sp>
      <p:sp>
        <p:nvSpPr>
          <p:cNvPr id="3" name="Title 2">
            <a:extLst>
              <a:ext uri="{FF2B5EF4-FFF2-40B4-BE49-F238E27FC236}">
                <a16:creationId xmlns:a16="http://schemas.microsoft.com/office/drawing/2014/main" id="{913686BB-87F5-ADBB-3283-A2C493565728}"/>
              </a:ext>
            </a:extLst>
          </p:cNvPr>
          <p:cNvSpPr>
            <a:spLocks noGrp="1"/>
          </p:cNvSpPr>
          <p:nvPr>
            <p:ph type="title"/>
          </p:nvPr>
        </p:nvSpPr>
        <p:spPr/>
        <p:txBody>
          <a:bodyPr/>
          <a:lstStyle/>
          <a:p>
            <a:r>
              <a:rPr lang="en-US" dirty="0"/>
              <a:t>Lab Assignments</a:t>
            </a:r>
          </a:p>
        </p:txBody>
      </p:sp>
    </p:spTree>
    <p:extLst>
      <p:ext uri="{BB962C8B-B14F-4D97-AF65-F5344CB8AC3E}">
        <p14:creationId xmlns:p14="http://schemas.microsoft.com/office/powerpoint/2010/main" val="501125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7FF2B-B1C0-D8FA-401D-C4F82A99A2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21DBA8-F2BB-BB7A-5626-8EA0D4BCE9A7}"/>
              </a:ext>
            </a:extLst>
          </p:cNvPr>
          <p:cNvSpPr>
            <a:spLocks noGrp="1"/>
          </p:cNvSpPr>
          <p:nvPr>
            <p:ph idx="1"/>
          </p:nvPr>
        </p:nvSpPr>
        <p:spPr/>
        <p:txBody>
          <a:bodyPr>
            <a:normAutofit fontScale="92500" lnSpcReduction="20000"/>
          </a:bodyPr>
          <a:lstStyle/>
          <a:p>
            <a:pPr marL="0" lvl="0" indent="0">
              <a:lnSpc>
                <a:spcPct val="200000"/>
              </a:lnSpc>
              <a:spcBef>
                <a:spcPts val="0"/>
              </a:spcBef>
              <a:buClr>
                <a:schemeClr val="dk1"/>
              </a:buClr>
              <a:buSzPts val="1800"/>
              <a:buNone/>
            </a:pPr>
            <a:r>
              <a:rPr lang="en-US" b="1" u="sng" dirty="0">
                <a:solidFill>
                  <a:schemeClr val="dk1"/>
                </a:solidFill>
              </a:rPr>
              <a:t>Mini-Projects (Weeks 6 - 10):</a:t>
            </a:r>
            <a:endParaRPr lang="en-US" b="1" dirty="0">
              <a:solidFill>
                <a:schemeClr val="dk1"/>
              </a:solidFill>
            </a:endParaRPr>
          </a:p>
          <a:p>
            <a:pPr marL="0" lvl="0" indent="0">
              <a:lnSpc>
                <a:spcPct val="150000"/>
              </a:lnSpc>
              <a:spcBef>
                <a:spcPts val="0"/>
              </a:spcBef>
              <a:buSzPts val="1800"/>
              <a:buNone/>
            </a:pPr>
            <a:r>
              <a:rPr lang="en-US" b="1" dirty="0">
                <a:solidFill>
                  <a:schemeClr val="dk1"/>
                </a:solidFill>
              </a:rPr>
              <a:t>Track A: Computer Vision, Autonomous Driving Systems</a:t>
            </a:r>
            <a:endParaRPr lang="en-US" dirty="0">
              <a:solidFill>
                <a:schemeClr val="dk1"/>
              </a:solidFill>
            </a:endParaRPr>
          </a:p>
          <a:p>
            <a:pPr marL="457200" lvl="0" indent="-349250">
              <a:lnSpc>
                <a:spcPct val="150000"/>
              </a:lnSpc>
              <a:spcBef>
                <a:spcPts val="1200"/>
              </a:spcBef>
              <a:buClr>
                <a:schemeClr val="dk1"/>
              </a:buClr>
              <a:buSzPts val="1900"/>
              <a:buChar char="●"/>
            </a:pPr>
            <a:r>
              <a:rPr lang="en-US" dirty="0">
                <a:solidFill>
                  <a:schemeClr val="dk1"/>
                </a:solidFill>
              </a:rPr>
              <a:t>Mini-Project A1 (20%): YOLO Object Detection and Counting</a:t>
            </a:r>
          </a:p>
          <a:p>
            <a:pPr marL="457200" lvl="0" indent="-349250">
              <a:lnSpc>
                <a:spcPct val="150000"/>
              </a:lnSpc>
              <a:spcBef>
                <a:spcPts val="0"/>
              </a:spcBef>
              <a:buClr>
                <a:schemeClr val="dk1"/>
              </a:buClr>
              <a:buSzPts val="1900"/>
              <a:buChar char="●"/>
            </a:pPr>
            <a:r>
              <a:rPr lang="en-US" dirty="0">
                <a:solidFill>
                  <a:schemeClr val="dk1"/>
                </a:solidFill>
              </a:rPr>
              <a:t>Mini-Project A2 (20%): Segmentations / Object Detection </a:t>
            </a:r>
          </a:p>
          <a:p>
            <a:pPr marL="0" lvl="0" indent="0">
              <a:lnSpc>
                <a:spcPct val="150000"/>
              </a:lnSpc>
              <a:spcBef>
                <a:spcPts val="1200"/>
              </a:spcBef>
              <a:buSzPts val="1800"/>
              <a:buNone/>
            </a:pPr>
            <a:r>
              <a:rPr lang="en-US" b="1" dirty="0">
                <a:solidFill>
                  <a:schemeClr val="dk1"/>
                </a:solidFill>
              </a:rPr>
              <a:t>Track B: Smart Health</a:t>
            </a:r>
            <a:endParaRPr lang="en-US" dirty="0">
              <a:solidFill>
                <a:schemeClr val="dk1"/>
              </a:solidFill>
            </a:endParaRPr>
          </a:p>
          <a:p>
            <a:pPr marL="457200" lvl="0" indent="-349250">
              <a:lnSpc>
                <a:spcPct val="150000"/>
              </a:lnSpc>
              <a:spcBef>
                <a:spcPts val="1200"/>
              </a:spcBef>
              <a:buClr>
                <a:schemeClr val="dk1"/>
              </a:buClr>
              <a:buSzPts val="1900"/>
              <a:buChar char="●"/>
            </a:pPr>
            <a:r>
              <a:rPr lang="en-US" dirty="0">
                <a:solidFill>
                  <a:schemeClr val="dk1"/>
                </a:solidFill>
              </a:rPr>
              <a:t>Mini-Project B1 (20%): Deep Learning for Time Series</a:t>
            </a:r>
          </a:p>
          <a:p>
            <a:pPr marL="457200" lvl="0" indent="-349250">
              <a:lnSpc>
                <a:spcPct val="150000"/>
              </a:lnSpc>
              <a:spcBef>
                <a:spcPts val="0"/>
              </a:spcBef>
              <a:buClr>
                <a:schemeClr val="dk1"/>
              </a:buClr>
              <a:buSzPts val="1900"/>
              <a:buChar char="●"/>
            </a:pPr>
            <a:r>
              <a:rPr lang="en-US" dirty="0">
                <a:solidFill>
                  <a:schemeClr val="dk1"/>
                </a:solidFill>
              </a:rPr>
              <a:t>Mini-Project B2 (20%): Medical Image Analysis</a:t>
            </a:r>
          </a:p>
          <a:p>
            <a:pPr marL="0" lvl="0" indent="0">
              <a:lnSpc>
                <a:spcPct val="150000"/>
              </a:lnSpc>
              <a:spcBef>
                <a:spcPts val="0"/>
              </a:spcBef>
              <a:buSzPts val="1800"/>
              <a:buNone/>
            </a:pPr>
            <a:r>
              <a:rPr lang="en-US" dirty="0">
                <a:solidFill>
                  <a:srgbClr val="FF0000"/>
                </a:solidFill>
              </a:rPr>
              <a:t>*Students pick 2 out of 4 Mini-Projects</a:t>
            </a:r>
          </a:p>
          <a:p>
            <a:endParaRPr lang="en-US" dirty="0"/>
          </a:p>
        </p:txBody>
      </p:sp>
      <p:sp>
        <p:nvSpPr>
          <p:cNvPr id="3" name="Title 2">
            <a:extLst>
              <a:ext uri="{FF2B5EF4-FFF2-40B4-BE49-F238E27FC236}">
                <a16:creationId xmlns:a16="http://schemas.microsoft.com/office/drawing/2014/main" id="{67FFDC8D-542A-851E-0F34-42B843FE243F}"/>
              </a:ext>
            </a:extLst>
          </p:cNvPr>
          <p:cNvSpPr>
            <a:spLocks noGrp="1"/>
          </p:cNvSpPr>
          <p:nvPr>
            <p:ph type="title"/>
          </p:nvPr>
        </p:nvSpPr>
        <p:spPr/>
        <p:txBody>
          <a:bodyPr/>
          <a:lstStyle/>
          <a:p>
            <a:r>
              <a:rPr lang="en-US" dirty="0"/>
              <a:t>Lab Assignments</a:t>
            </a:r>
          </a:p>
        </p:txBody>
      </p:sp>
    </p:spTree>
    <p:extLst>
      <p:ext uri="{BB962C8B-B14F-4D97-AF65-F5344CB8AC3E}">
        <p14:creationId xmlns:p14="http://schemas.microsoft.com/office/powerpoint/2010/main" val="2707420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CF34E59C-5652-E90B-2C9A-B0E93AE2BC25}"/>
              </a:ext>
            </a:extLst>
          </p:cNvPr>
          <p:cNvGraphicFramePr>
            <a:graphicFrameLocks noGrp="1"/>
          </p:cNvGraphicFramePr>
          <p:nvPr>
            <p:ph idx="1"/>
            <p:extLst>
              <p:ext uri="{D42A27DB-BD31-4B8C-83A1-F6EECF244321}">
                <p14:modId xmlns:p14="http://schemas.microsoft.com/office/powerpoint/2010/main" val="1219097156"/>
              </p:ext>
            </p:extLst>
          </p:nvPr>
        </p:nvGraphicFramePr>
        <p:xfrm>
          <a:off x="543697" y="1422573"/>
          <a:ext cx="11106150" cy="5397304"/>
        </p:xfrm>
        <a:graphic>
          <a:graphicData uri="http://schemas.openxmlformats.org/drawingml/2006/table">
            <a:tbl>
              <a:tblPr firstRow="1" firstCol="1" bandRow="1">
                <a:tableStyleId>{5C22544A-7EE6-4342-B048-85BDC9FD1C3A}</a:tableStyleId>
              </a:tblPr>
              <a:tblGrid>
                <a:gridCol w="971449">
                  <a:extLst>
                    <a:ext uri="{9D8B030D-6E8A-4147-A177-3AD203B41FA5}">
                      <a16:colId xmlns:a16="http://schemas.microsoft.com/office/drawing/2014/main" val="1948241205"/>
                    </a:ext>
                  </a:extLst>
                </a:gridCol>
                <a:gridCol w="1177035">
                  <a:extLst>
                    <a:ext uri="{9D8B030D-6E8A-4147-A177-3AD203B41FA5}">
                      <a16:colId xmlns:a16="http://schemas.microsoft.com/office/drawing/2014/main" val="2754485230"/>
                    </a:ext>
                  </a:extLst>
                </a:gridCol>
                <a:gridCol w="3788652">
                  <a:extLst>
                    <a:ext uri="{9D8B030D-6E8A-4147-A177-3AD203B41FA5}">
                      <a16:colId xmlns:a16="http://schemas.microsoft.com/office/drawing/2014/main" val="2107218012"/>
                    </a:ext>
                  </a:extLst>
                </a:gridCol>
                <a:gridCol w="901415">
                  <a:extLst>
                    <a:ext uri="{9D8B030D-6E8A-4147-A177-3AD203B41FA5}">
                      <a16:colId xmlns:a16="http://schemas.microsoft.com/office/drawing/2014/main" val="4173845873"/>
                    </a:ext>
                  </a:extLst>
                </a:gridCol>
                <a:gridCol w="4267599">
                  <a:extLst>
                    <a:ext uri="{9D8B030D-6E8A-4147-A177-3AD203B41FA5}">
                      <a16:colId xmlns:a16="http://schemas.microsoft.com/office/drawing/2014/main" val="3337903958"/>
                    </a:ext>
                  </a:extLst>
                </a:gridCol>
              </a:tblGrid>
              <a:tr h="309270">
                <a:tc>
                  <a:txBody>
                    <a:bodyPr/>
                    <a:lstStyle/>
                    <a:p>
                      <a:pPr marL="0" marR="0" algn="ctr">
                        <a:lnSpc>
                          <a:spcPct val="107000"/>
                        </a:lnSpc>
                        <a:spcAft>
                          <a:spcPts val="800"/>
                        </a:spcAft>
                        <a:buNone/>
                      </a:pPr>
                      <a:r>
                        <a:rPr lang="en-US" sz="1600">
                          <a:effectLst/>
                        </a:rPr>
                        <a:t>Week</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Aft>
                          <a:spcPts val="800"/>
                        </a:spcAft>
                        <a:buNone/>
                      </a:pPr>
                      <a:r>
                        <a:rPr lang="en-US" sz="1600">
                          <a:effectLst/>
                        </a:rPr>
                        <a:t>Date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a:effectLst/>
                        </a:rPr>
                        <a:t>Lectures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a:effectLst/>
                        </a:rPr>
                        <a:t>Date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a:effectLst/>
                        </a:rPr>
                        <a:t>Labs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22528369"/>
                  </a:ext>
                </a:extLst>
              </a:tr>
              <a:tr h="602914">
                <a:tc>
                  <a:txBody>
                    <a:bodyPr/>
                    <a:lstStyle/>
                    <a:p>
                      <a:pPr marL="0" marR="0" algn="ctr">
                        <a:lnSpc>
                          <a:spcPct val="107000"/>
                        </a:lnSpc>
                        <a:spcBef>
                          <a:spcPts val="600"/>
                        </a:spcBef>
                        <a:spcAft>
                          <a:spcPts val="600"/>
                        </a:spcAft>
                        <a:buNone/>
                      </a:pPr>
                      <a:r>
                        <a:rPr lang="en-US" sz="16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600"/>
                        </a:spcBef>
                        <a:spcAft>
                          <a:spcPts val="600"/>
                        </a:spcAft>
                        <a:buNone/>
                      </a:pPr>
                      <a:r>
                        <a:rPr lang="en-US" sz="1600">
                          <a:effectLst/>
                        </a:rPr>
                        <a:t>Sep 24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dirty="0">
                          <a:effectLst/>
                        </a:rPr>
                        <a:t>Introduction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a:effectLst/>
                        </a:rPr>
                        <a:t>Sep 25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b="1" dirty="0">
                          <a:effectLst/>
                        </a:rPr>
                        <a:t>Lab 1 (5%):</a:t>
                      </a:r>
                      <a:r>
                        <a:rPr lang="en-US" sz="1600" dirty="0">
                          <a:effectLst/>
                        </a:rPr>
                        <a:t> Git Commit + Docker + ssh + python + </a:t>
                      </a:r>
                      <a:r>
                        <a:rPr lang="en-US" sz="1600" dirty="0" err="1">
                          <a:effectLst/>
                        </a:rPr>
                        <a:t>jupyter</a:t>
                      </a:r>
                      <a:r>
                        <a:rPr lang="en-US" sz="1600" dirty="0">
                          <a:effectLst/>
                        </a:rPr>
                        <a:t> + google </a:t>
                      </a:r>
                      <a:r>
                        <a:rPr lang="en-US" sz="1600" dirty="0" err="1">
                          <a:effectLst/>
                        </a:rPr>
                        <a:t>colab</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37740315"/>
                  </a:ext>
                </a:extLst>
              </a:tr>
              <a:tr h="1418869">
                <a:tc>
                  <a:txBody>
                    <a:bodyPr/>
                    <a:lstStyle/>
                    <a:p>
                      <a:pPr marL="0" marR="0" algn="ctr">
                        <a:lnSpc>
                          <a:spcPct val="107000"/>
                        </a:lnSpc>
                        <a:spcBef>
                          <a:spcPts val="600"/>
                        </a:spcBef>
                        <a:spcAft>
                          <a:spcPts val="600"/>
                        </a:spcAft>
                        <a:buNone/>
                      </a:pPr>
                      <a:r>
                        <a:rPr lang="en-US" sz="16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600"/>
                        </a:spcBef>
                        <a:spcAft>
                          <a:spcPts val="600"/>
                        </a:spcAft>
                        <a:buNone/>
                      </a:pPr>
                      <a:r>
                        <a:rPr lang="en-US" sz="1600">
                          <a:effectLst/>
                        </a:rPr>
                        <a:t>Sep 29</a:t>
                      </a:r>
                      <a:endParaRPr lang="en-US" sz="1400">
                        <a:effectLst/>
                      </a:endParaRPr>
                    </a:p>
                    <a:p>
                      <a:pPr marL="0" marR="0" algn="ctr">
                        <a:lnSpc>
                          <a:spcPct val="107000"/>
                        </a:lnSpc>
                        <a:spcBef>
                          <a:spcPts val="600"/>
                        </a:spcBef>
                        <a:spcAft>
                          <a:spcPts val="600"/>
                        </a:spcAft>
                        <a:buNone/>
                      </a:pPr>
                      <a:r>
                        <a:rPr lang="en-US" sz="1600">
                          <a:effectLst/>
                        </a:rPr>
                        <a:t>Oct 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effectLst/>
                        </a:rPr>
                        <a:t>Supervised ML </a:t>
                      </a:r>
                      <a:endParaRPr lang="en-US" sz="1400">
                        <a:effectLst/>
                      </a:endParaRPr>
                    </a:p>
                    <a:p>
                      <a:pPr marL="0" marR="0" algn="r">
                        <a:lnSpc>
                          <a:spcPct val="107000"/>
                        </a:lnSpc>
                        <a:spcBef>
                          <a:spcPts val="600"/>
                        </a:spcBef>
                        <a:spcAft>
                          <a:spcPts val="600"/>
                        </a:spcAft>
                        <a:buNone/>
                      </a:pPr>
                      <a:r>
                        <a:rPr lang="en-US" sz="1600">
                          <a:effectLst/>
                        </a:rPr>
                        <a:t>Case Study: PVA Detection </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effectLst/>
                        </a:rPr>
                        <a:t>Oct 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b="1" dirty="0">
                          <a:effectLst/>
                        </a:rPr>
                        <a:t>Lab 2 (10%):</a:t>
                      </a:r>
                      <a:r>
                        <a:rPr lang="en-US" sz="1600" dirty="0">
                          <a:effectLst/>
                        </a:rPr>
                        <a:t> Python, Scikit-Learn, ML-based classifier for PVA detection, &amp; unsupervised Learning</a:t>
                      </a:r>
                      <a:br>
                        <a:rPr lang="en-US" sz="1600" dirty="0">
                          <a:effectLst/>
                        </a:rPr>
                      </a:br>
                      <a:r>
                        <a:rPr lang="en-US" sz="1600" b="1" dirty="0">
                          <a:effectLst/>
                        </a:rPr>
                        <a:t>Case study:</a:t>
                      </a:r>
                      <a:r>
                        <a:rPr lang="en-US" sz="1600" dirty="0">
                          <a:effectLst/>
                        </a:rPr>
                        <a:t>  Improving RF model for PVA detection</a:t>
                      </a:r>
                      <a:endParaRPr lang="en-US" sz="1400" dirty="0">
                        <a:effectLst/>
                      </a:endParaRPr>
                    </a:p>
                    <a:p>
                      <a:pPr marL="0" marR="0" algn="r">
                        <a:lnSpc>
                          <a:spcPct val="107000"/>
                        </a:lnSpc>
                        <a:spcBef>
                          <a:spcPts val="600"/>
                        </a:spcBef>
                        <a:spcAft>
                          <a:spcPts val="600"/>
                        </a:spcAft>
                        <a:buNone/>
                      </a:pPr>
                      <a:r>
                        <a:rPr lang="en-US" sz="1600" dirty="0">
                          <a:solidFill>
                            <a:srgbClr val="C00000"/>
                          </a:solidFill>
                          <a:effectLst/>
                        </a:rPr>
                        <a:t>Quiz #1</a:t>
                      </a:r>
                      <a:endParaRPr lang="en-US" sz="14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10908283"/>
                  </a:ext>
                </a:extLst>
              </a:tr>
              <a:tr h="831580">
                <a:tc>
                  <a:txBody>
                    <a:bodyPr/>
                    <a:lstStyle/>
                    <a:p>
                      <a:pPr marL="0" marR="0" algn="ctr">
                        <a:lnSpc>
                          <a:spcPct val="107000"/>
                        </a:lnSpc>
                        <a:spcBef>
                          <a:spcPts val="600"/>
                        </a:spcBef>
                        <a:spcAft>
                          <a:spcPts val="600"/>
                        </a:spcAft>
                        <a:buNone/>
                      </a:pPr>
                      <a:r>
                        <a:rPr lang="en-US" sz="16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600"/>
                        </a:spcBef>
                        <a:spcAft>
                          <a:spcPts val="600"/>
                        </a:spcAft>
                        <a:buNone/>
                      </a:pPr>
                      <a:r>
                        <a:rPr lang="en-US" sz="1600">
                          <a:effectLst/>
                        </a:rPr>
                        <a:t>Oct 6</a:t>
                      </a:r>
                      <a:endParaRPr lang="en-US" sz="1400">
                        <a:effectLst/>
                      </a:endParaRPr>
                    </a:p>
                    <a:p>
                      <a:pPr marL="0" marR="0" algn="ctr">
                        <a:lnSpc>
                          <a:spcPct val="107000"/>
                        </a:lnSpc>
                        <a:spcBef>
                          <a:spcPts val="600"/>
                        </a:spcBef>
                        <a:spcAft>
                          <a:spcPts val="600"/>
                        </a:spcAft>
                        <a:buNone/>
                      </a:pPr>
                      <a:r>
                        <a:rPr lang="en-US" sz="1600">
                          <a:effectLst/>
                        </a:rPr>
                        <a:t>Oct 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dirty="0">
                          <a:effectLst/>
                        </a:rPr>
                        <a:t>Supervised ML- Feature Selection &amp; Class Imbalance </a:t>
                      </a:r>
                      <a:br>
                        <a:rPr lang="en-US" sz="1600" dirty="0">
                          <a:effectLst/>
                        </a:rPr>
                      </a:br>
                      <a:r>
                        <a:rPr lang="en-US" sz="1600" dirty="0">
                          <a:effectLst/>
                        </a:rPr>
                        <a:t>Image Classification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effectLst/>
                        </a:rPr>
                        <a:t>Oct 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dirty="0">
                          <a:effectLst/>
                        </a:rPr>
                        <a:t>Intro to </a:t>
                      </a:r>
                      <a:r>
                        <a:rPr lang="en-US" sz="1600" dirty="0" err="1">
                          <a:effectLst/>
                        </a:rPr>
                        <a:t>Pytorch</a:t>
                      </a:r>
                      <a:endParaRPr lang="en-US" sz="1400" dirty="0">
                        <a:effectLst/>
                      </a:endParaRPr>
                    </a:p>
                    <a:p>
                      <a:pPr marL="0" marR="0" algn="r">
                        <a:lnSpc>
                          <a:spcPct val="107000"/>
                        </a:lnSpc>
                        <a:spcBef>
                          <a:spcPts val="600"/>
                        </a:spcBef>
                        <a:spcAft>
                          <a:spcPts val="600"/>
                        </a:spcAft>
                        <a:buNone/>
                      </a:pPr>
                      <a:r>
                        <a:rPr lang="en-US" sz="1600" dirty="0">
                          <a:effectLst/>
                        </a:rPr>
                        <a:t>Project ideas distributed</a:t>
                      </a:r>
                    </a:p>
                    <a:p>
                      <a:pPr marL="0" marR="0" lvl="0" indent="0" algn="r" defTabSz="914400" rtl="0" eaLnBrk="1" fontAlgn="auto" latinLnBrk="0" hangingPunct="1">
                        <a:lnSpc>
                          <a:spcPct val="107000"/>
                        </a:lnSpc>
                        <a:spcBef>
                          <a:spcPts val="600"/>
                        </a:spcBef>
                        <a:spcAft>
                          <a:spcPts val="600"/>
                        </a:spcAft>
                        <a:buClrTx/>
                        <a:buSzTx/>
                        <a:buFontTx/>
                        <a:buNone/>
                        <a:tabLst/>
                        <a:defRPr/>
                      </a:pPr>
                      <a:r>
                        <a:rPr lang="en-US" sz="1400" dirty="0">
                          <a:solidFill>
                            <a:srgbClr val="C00000"/>
                          </a:solidFill>
                          <a:effectLst/>
                        </a:rPr>
                        <a:t>Quiz #2</a:t>
                      </a:r>
                      <a:endParaRPr lang="en-US" sz="1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32758198"/>
                  </a:ext>
                </a:extLst>
              </a:tr>
              <a:tr h="831580">
                <a:tc>
                  <a:txBody>
                    <a:bodyPr/>
                    <a:lstStyle/>
                    <a:p>
                      <a:pPr marL="0" marR="0" algn="ctr">
                        <a:lnSpc>
                          <a:spcPct val="107000"/>
                        </a:lnSpc>
                        <a:spcBef>
                          <a:spcPts val="600"/>
                        </a:spcBef>
                        <a:spcAft>
                          <a:spcPts val="600"/>
                        </a:spcAft>
                        <a:buNone/>
                      </a:pPr>
                      <a:r>
                        <a:rPr lang="en-US" sz="16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600"/>
                        </a:spcBef>
                        <a:spcAft>
                          <a:spcPts val="600"/>
                        </a:spcAft>
                        <a:buNone/>
                      </a:pPr>
                      <a:r>
                        <a:rPr lang="en-US" sz="1600">
                          <a:effectLst/>
                        </a:rPr>
                        <a:t>Oct 13</a:t>
                      </a:r>
                      <a:endParaRPr lang="en-US" sz="1400">
                        <a:effectLst/>
                      </a:endParaRPr>
                    </a:p>
                    <a:p>
                      <a:pPr marL="0" marR="0" algn="ctr">
                        <a:lnSpc>
                          <a:spcPct val="107000"/>
                        </a:lnSpc>
                        <a:spcBef>
                          <a:spcPts val="600"/>
                        </a:spcBef>
                        <a:spcAft>
                          <a:spcPts val="600"/>
                        </a:spcAft>
                        <a:buNone/>
                      </a:pPr>
                      <a:r>
                        <a:rPr lang="en-US" sz="1600">
                          <a:effectLst/>
                        </a:rPr>
                        <a:t>Oct 15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dirty="0">
                          <a:effectLst/>
                        </a:rPr>
                        <a:t>Intro to Neural Network</a:t>
                      </a:r>
                      <a:endParaRPr lang="en-US" sz="1400" dirty="0">
                        <a:effectLst/>
                      </a:endParaRPr>
                    </a:p>
                    <a:p>
                      <a:pPr marL="0" marR="0" algn="r">
                        <a:lnSpc>
                          <a:spcPct val="107000"/>
                        </a:lnSpc>
                        <a:spcBef>
                          <a:spcPts val="600"/>
                        </a:spcBef>
                        <a:spcAft>
                          <a:spcPts val="600"/>
                        </a:spcAft>
                        <a:buNone/>
                      </a:pPr>
                      <a:r>
                        <a:rPr lang="en-US" sz="1600" dirty="0">
                          <a:effectLst/>
                        </a:rPr>
                        <a:t>Convolutional Neural Networks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effectLst/>
                        </a:rPr>
                        <a:t>Oct 16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b="1" dirty="0">
                          <a:effectLst/>
                        </a:rPr>
                        <a:t>Lab 3 (15%): </a:t>
                      </a:r>
                      <a:r>
                        <a:rPr lang="en-US" sz="1600" dirty="0">
                          <a:effectLst/>
                        </a:rPr>
                        <a:t>MNIST &amp; Vehicle Classification</a:t>
                      </a:r>
                      <a:endParaRPr lang="en-US" sz="1400" dirty="0">
                        <a:effectLst/>
                      </a:endParaRPr>
                    </a:p>
                    <a:p>
                      <a:pPr marL="0" marR="0" algn="r">
                        <a:lnSpc>
                          <a:spcPct val="107000"/>
                        </a:lnSpc>
                        <a:spcBef>
                          <a:spcPts val="600"/>
                        </a:spcBef>
                        <a:spcAft>
                          <a:spcPts val="600"/>
                        </a:spcAft>
                        <a:buNone/>
                      </a:pPr>
                      <a:r>
                        <a:rPr lang="en-US" sz="1600" dirty="0">
                          <a:solidFill>
                            <a:srgbClr val="C00000"/>
                          </a:solidFill>
                          <a:effectLst/>
                        </a:rPr>
                        <a:t>Peer Review</a:t>
                      </a:r>
                      <a:endParaRPr lang="en-US" sz="14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11051419"/>
                  </a:ext>
                </a:extLst>
              </a:tr>
              <a:tr h="1125224">
                <a:tc>
                  <a:txBody>
                    <a:bodyPr/>
                    <a:lstStyle/>
                    <a:p>
                      <a:pPr marL="0" marR="0" algn="ctr">
                        <a:lnSpc>
                          <a:spcPct val="107000"/>
                        </a:lnSpc>
                        <a:spcBef>
                          <a:spcPts val="600"/>
                        </a:spcBef>
                        <a:spcAft>
                          <a:spcPts val="600"/>
                        </a:spcAft>
                        <a:buNone/>
                      </a:pPr>
                      <a:r>
                        <a:rPr lang="en-US" sz="16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600"/>
                        </a:spcBef>
                        <a:spcAft>
                          <a:spcPts val="600"/>
                        </a:spcAft>
                        <a:buNone/>
                      </a:pPr>
                      <a:r>
                        <a:rPr lang="en-US" sz="1600">
                          <a:effectLst/>
                        </a:rPr>
                        <a:t>Oct 20</a:t>
                      </a:r>
                      <a:endParaRPr lang="en-US" sz="1400">
                        <a:effectLst/>
                      </a:endParaRPr>
                    </a:p>
                    <a:p>
                      <a:pPr marL="0" marR="0" algn="ctr">
                        <a:lnSpc>
                          <a:spcPct val="107000"/>
                        </a:lnSpc>
                        <a:spcBef>
                          <a:spcPts val="600"/>
                        </a:spcBef>
                        <a:spcAft>
                          <a:spcPts val="600"/>
                        </a:spcAft>
                        <a:buNone/>
                      </a:pPr>
                      <a:r>
                        <a:rPr lang="en-US" sz="1600">
                          <a:effectLst/>
                        </a:rPr>
                        <a:t>Oct 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dirty="0">
                          <a:effectLst/>
                        </a:rPr>
                        <a:t>Segmentation/Objection Detection</a:t>
                      </a:r>
                      <a:endParaRPr lang="en-US" sz="1400" dirty="0">
                        <a:effectLst/>
                      </a:endParaRPr>
                    </a:p>
                    <a:p>
                      <a:pPr marL="0" marR="0" algn="r">
                        <a:lnSpc>
                          <a:spcPct val="107000"/>
                        </a:lnSpc>
                        <a:spcBef>
                          <a:spcPts val="600"/>
                        </a:spcBef>
                        <a:spcAft>
                          <a:spcPts val="600"/>
                        </a:spcAft>
                        <a:buNone/>
                      </a:pPr>
                      <a:r>
                        <a:rPr lang="en-US" sz="1600" dirty="0">
                          <a:effectLst/>
                        </a:rPr>
                        <a:t>Building Yolo-based Systems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effectLst/>
                        </a:rPr>
                        <a:t>Oct 23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dirty="0">
                          <a:effectLst/>
                        </a:rPr>
                        <a:t>Tutorial in back propagation</a:t>
                      </a:r>
                      <a:br>
                        <a:rPr lang="en-US" sz="1600" dirty="0">
                          <a:effectLst/>
                        </a:rPr>
                      </a:br>
                      <a:r>
                        <a:rPr lang="en-US" sz="1600" dirty="0">
                          <a:effectLst/>
                        </a:rPr>
                        <a:t>Project brainstorming</a:t>
                      </a:r>
                      <a:endParaRPr lang="en-US" sz="1400" dirty="0">
                        <a:effectLst/>
                      </a:endParaRPr>
                    </a:p>
                    <a:p>
                      <a:pPr marL="0" marR="0" algn="r">
                        <a:lnSpc>
                          <a:spcPct val="107000"/>
                        </a:lnSpc>
                        <a:spcBef>
                          <a:spcPts val="600"/>
                        </a:spcBef>
                        <a:spcAft>
                          <a:spcPts val="600"/>
                        </a:spcAft>
                        <a:buNone/>
                      </a:pPr>
                      <a:r>
                        <a:rPr lang="en-US" sz="1600" dirty="0">
                          <a:effectLst/>
                        </a:rPr>
                        <a:t>Online CITI course for biomedical research</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77975975"/>
                  </a:ext>
                </a:extLst>
              </a:tr>
            </a:tbl>
          </a:graphicData>
        </a:graphic>
      </p:graphicFrame>
      <p:sp>
        <p:nvSpPr>
          <p:cNvPr id="3" name="Title 2">
            <a:extLst>
              <a:ext uri="{FF2B5EF4-FFF2-40B4-BE49-F238E27FC236}">
                <a16:creationId xmlns:a16="http://schemas.microsoft.com/office/drawing/2014/main" id="{FF31B770-FB8A-A4F0-2990-7154C084D52D}"/>
              </a:ext>
            </a:extLst>
          </p:cNvPr>
          <p:cNvSpPr>
            <a:spLocks noGrp="1"/>
          </p:cNvSpPr>
          <p:nvPr>
            <p:ph type="title"/>
          </p:nvPr>
        </p:nvSpPr>
        <p:spPr/>
        <p:txBody>
          <a:bodyPr/>
          <a:lstStyle/>
          <a:p>
            <a:r>
              <a:rPr lang="en-US" dirty="0"/>
              <a:t>Class Schedule</a:t>
            </a:r>
          </a:p>
        </p:txBody>
      </p:sp>
      <p:sp>
        <p:nvSpPr>
          <p:cNvPr id="4" name="TextBox 3">
            <a:extLst>
              <a:ext uri="{FF2B5EF4-FFF2-40B4-BE49-F238E27FC236}">
                <a16:creationId xmlns:a16="http://schemas.microsoft.com/office/drawing/2014/main" id="{D1A8A393-3AC3-3E72-F68C-90109C225617}"/>
              </a:ext>
            </a:extLst>
          </p:cNvPr>
          <p:cNvSpPr txBox="1"/>
          <p:nvPr/>
        </p:nvSpPr>
        <p:spPr>
          <a:xfrm>
            <a:off x="4654062" y="0"/>
            <a:ext cx="6096000" cy="671851"/>
          </a:xfrm>
          <a:prstGeom prst="rect">
            <a:avLst/>
          </a:prstGeom>
          <a:noFill/>
        </p:spPr>
        <p:txBody>
          <a:bodyPr wrap="square">
            <a:spAutoFit/>
          </a:bodyPr>
          <a:lstStyle/>
          <a:p>
            <a:pPr marL="0" lvl="0" indent="0">
              <a:lnSpc>
                <a:spcPct val="150000"/>
              </a:lnSpc>
              <a:spcBef>
                <a:spcPts val="0"/>
              </a:spcBef>
              <a:buSzPts val="1800"/>
              <a:buNone/>
            </a:pPr>
            <a:r>
              <a:rPr lang="en-US" sz="2800" dirty="0">
                <a:solidFill>
                  <a:srgbClr val="FF0000"/>
                </a:solidFill>
              </a:rPr>
              <a:t>* Schedule is subject to change</a:t>
            </a:r>
          </a:p>
        </p:txBody>
      </p:sp>
    </p:spTree>
    <p:extLst>
      <p:ext uri="{BB962C8B-B14F-4D97-AF65-F5344CB8AC3E}">
        <p14:creationId xmlns:p14="http://schemas.microsoft.com/office/powerpoint/2010/main" val="198508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7A36F-D9AB-3FC9-793C-C6CEF77860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6E69698-3485-1389-F7D4-78B7EBA0F6FF}"/>
              </a:ext>
            </a:extLst>
          </p:cNvPr>
          <p:cNvSpPr>
            <a:spLocks noGrp="1"/>
          </p:cNvSpPr>
          <p:nvPr>
            <p:ph type="title"/>
          </p:nvPr>
        </p:nvSpPr>
        <p:spPr/>
        <p:txBody>
          <a:bodyPr/>
          <a:lstStyle/>
          <a:p>
            <a:r>
              <a:rPr lang="en-US" dirty="0"/>
              <a:t>Class Schedule</a:t>
            </a:r>
          </a:p>
        </p:txBody>
      </p:sp>
      <p:sp>
        <p:nvSpPr>
          <p:cNvPr id="8" name="TextBox 7">
            <a:extLst>
              <a:ext uri="{FF2B5EF4-FFF2-40B4-BE49-F238E27FC236}">
                <a16:creationId xmlns:a16="http://schemas.microsoft.com/office/drawing/2014/main" id="{514EDD5A-7EF8-8406-400D-71072FC8D384}"/>
              </a:ext>
            </a:extLst>
          </p:cNvPr>
          <p:cNvSpPr txBox="1"/>
          <p:nvPr/>
        </p:nvSpPr>
        <p:spPr>
          <a:xfrm>
            <a:off x="4654062" y="0"/>
            <a:ext cx="6096000" cy="671851"/>
          </a:xfrm>
          <a:prstGeom prst="rect">
            <a:avLst/>
          </a:prstGeom>
          <a:noFill/>
        </p:spPr>
        <p:txBody>
          <a:bodyPr wrap="square">
            <a:spAutoFit/>
          </a:bodyPr>
          <a:lstStyle/>
          <a:p>
            <a:pPr marL="0" lvl="0" indent="0">
              <a:lnSpc>
                <a:spcPct val="150000"/>
              </a:lnSpc>
              <a:spcBef>
                <a:spcPts val="0"/>
              </a:spcBef>
              <a:buSzPts val="1800"/>
              <a:buNone/>
            </a:pPr>
            <a:r>
              <a:rPr lang="en-US" sz="2800" dirty="0">
                <a:solidFill>
                  <a:srgbClr val="FF0000"/>
                </a:solidFill>
              </a:rPr>
              <a:t>* Schedule is subject to change</a:t>
            </a:r>
          </a:p>
        </p:txBody>
      </p:sp>
      <p:graphicFrame>
        <p:nvGraphicFramePr>
          <p:cNvPr id="11" name="Content Placeholder 5">
            <a:extLst>
              <a:ext uri="{FF2B5EF4-FFF2-40B4-BE49-F238E27FC236}">
                <a16:creationId xmlns:a16="http://schemas.microsoft.com/office/drawing/2014/main" id="{F7DB33F0-80C0-F528-DDA7-18EB14FB387F}"/>
              </a:ext>
            </a:extLst>
          </p:cNvPr>
          <p:cNvGraphicFramePr>
            <a:graphicFrameLocks/>
          </p:cNvGraphicFramePr>
          <p:nvPr>
            <p:extLst>
              <p:ext uri="{D42A27DB-BD31-4B8C-83A1-F6EECF244321}">
                <p14:modId xmlns:p14="http://schemas.microsoft.com/office/powerpoint/2010/main" val="1689594927"/>
              </p:ext>
            </p:extLst>
          </p:nvPr>
        </p:nvGraphicFramePr>
        <p:xfrm>
          <a:off x="542153" y="1442078"/>
          <a:ext cx="11106150" cy="5339082"/>
        </p:xfrm>
        <a:graphic>
          <a:graphicData uri="http://schemas.openxmlformats.org/drawingml/2006/table">
            <a:tbl>
              <a:tblPr firstRow="1" firstCol="1" bandRow="1">
                <a:tableStyleId>{5C22544A-7EE6-4342-B048-85BDC9FD1C3A}</a:tableStyleId>
              </a:tblPr>
              <a:tblGrid>
                <a:gridCol w="971449">
                  <a:extLst>
                    <a:ext uri="{9D8B030D-6E8A-4147-A177-3AD203B41FA5}">
                      <a16:colId xmlns:a16="http://schemas.microsoft.com/office/drawing/2014/main" val="1948241205"/>
                    </a:ext>
                  </a:extLst>
                </a:gridCol>
                <a:gridCol w="1177035">
                  <a:extLst>
                    <a:ext uri="{9D8B030D-6E8A-4147-A177-3AD203B41FA5}">
                      <a16:colId xmlns:a16="http://schemas.microsoft.com/office/drawing/2014/main" val="2754485230"/>
                    </a:ext>
                  </a:extLst>
                </a:gridCol>
                <a:gridCol w="3788652">
                  <a:extLst>
                    <a:ext uri="{9D8B030D-6E8A-4147-A177-3AD203B41FA5}">
                      <a16:colId xmlns:a16="http://schemas.microsoft.com/office/drawing/2014/main" val="2107218012"/>
                    </a:ext>
                  </a:extLst>
                </a:gridCol>
                <a:gridCol w="901415">
                  <a:extLst>
                    <a:ext uri="{9D8B030D-6E8A-4147-A177-3AD203B41FA5}">
                      <a16:colId xmlns:a16="http://schemas.microsoft.com/office/drawing/2014/main" val="4173845873"/>
                    </a:ext>
                  </a:extLst>
                </a:gridCol>
                <a:gridCol w="4267599">
                  <a:extLst>
                    <a:ext uri="{9D8B030D-6E8A-4147-A177-3AD203B41FA5}">
                      <a16:colId xmlns:a16="http://schemas.microsoft.com/office/drawing/2014/main" val="3337903958"/>
                    </a:ext>
                  </a:extLst>
                </a:gridCol>
              </a:tblGrid>
              <a:tr h="180819">
                <a:tc>
                  <a:txBody>
                    <a:bodyPr/>
                    <a:lstStyle/>
                    <a:p>
                      <a:pPr marL="0" marR="0" algn="ctr">
                        <a:lnSpc>
                          <a:spcPct val="107000"/>
                        </a:lnSpc>
                        <a:spcAft>
                          <a:spcPts val="800"/>
                        </a:spcAft>
                        <a:buNone/>
                      </a:pPr>
                      <a:r>
                        <a:rPr lang="en-US" sz="1600">
                          <a:effectLst/>
                        </a:rPr>
                        <a:t>Week</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Aft>
                          <a:spcPts val="800"/>
                        </a:spcAft>
                        <a:buNone/>
                      </a:pPr>
                      <a:r>
                        <a:rPr lang="en-US" sz="1600">
                          <a:effectLst/>
                        </a:rPr>
                        <a:t>Date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a:effectLst/>
                        </a:rPr>
                        <a:t>Lectures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a:effectLst/>
                        </a:rPr>
                        <a:t>Date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dirty="0">
                          <a:effectLst/>
                        </a:rPr>
                        <a:t>Labs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22528369"/>
                  </a:ext>
                </a:extLst>
              </a:tr>
              <a:tr h="479252">
                <a:tc>
                  <a:txBody>
                    <a:bodyPr/>
                    <a:lstStyle/>
                    <a:p>
                      <a:pPr marL="0" marR="0" algn="ctr">
                        <a:lnSpc>
                          <a:spcPct val="107000"/>
                        </a:lnSpc>
                        <a:spcBef>
                          <a:spcPts val="600"/>
                        </a:spcBef>
                        <a:spcAft>
                          <a:spcPts val="600"/>
                        </a:spcAft>
                        <a:buNone/>
                      </a:pPr>
                      <a:r>
                        <a:rPr lang="en-US" sz="1600" dirty="0">
                          <a:solidFill>
                            <a:schemeClr val="bg1"/>
                          </a:solidFill>
                          <a:effectLst/>
                          <a:latin typeface="+mn-lt"/>
                          <a:ea typeface="Times New Roman" panose="02020603050405020304" pitchFamily="18" charset="0"/>
                          <a:cs typeface="Times New Roman" panose="02020603050405020304" pitchFamily="18" charset="0"/>
                        </a:rPr>
                        <a:t>6</a:t>
                      </a:r>
                      <a:endParaRPr lang="en-US" sz="1600" dirty="0">
                        <a:solidFill>
                          <a:schemeClr val="bg1"/>
                        </a:solidFill>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600"/>
                        </a:spcBef>
                        <a:spcAft>
                          <a:spcPts val="600"/>
                        </a:spcAft>
                        <a:buNone/>
                      </a:pPr>
                      <a:r>
                        <a:rPr lang="en-US" sz="1600" dirty="0">
                          <a:solidFill>
                            <a:srgbClr val="000000"/>
                          </a:solidFill>
                          <a:effectLst/>
                          <a:latin typeface="+mn-lt"/>
                          <a:ea typeface="Times New Roman" panose="02020603050405020304" pitchFamily="18" charset="0"/>
                          <a:cs typeface="Times New Roman" panose="02020603050405020304" pitchFamily="18" charset="0"/>
                        </a:rPr>
                        <a:t>Oct 27</a:t>
                      </a:r>
                      <a:endParaRPr lang="en-US" sz="1600" dirty="0">
                        <a:effectLst/>
                        <a:latin typeface="+mn-lt"/>
                        <a:ea typeface="Calibri" panose="020F0502020204030204" pitchFamily="34" charset="0"/>
                        <a:cs typeface="Times New Roman" panose="02020603050405020304" pitchFamily="18" charset="0"/>
                      </a:endParaRPr>
                    </a:p>
                    <a:p>
                      <a:pPr marL="0" marR="0" algn="ctr">
                        <a:lnSpc>
                          <a:spcPct val="107000"/>
                        </a:lnSpc>
                        <a:spcBef>
                          <a:spcPts val="600"/>
                        </a:spcBef>
                        <a:spcAft>
                          <a:spcPts val="600"/>
                        </a:spcAft>
                        <a:buNone/>
                      </a:pPr>
                      <a:r>
                        <a:rPr lang="en-US" sz="1600" dirty="0">
                          <a:solidFill>
                            <a:srgbClr val="000000"/>
                          </a:solidFill>
                          <a:effectLst/>
                          <a:latin typeface="+mn-lt"/>
                          <a:ea typeface="Times New Roman" panose="02020603050405020304" pitchFamily="18" charset="0"/>
                          <a:cs typeface="Times New Roman" panose="02020603050405020304" pitchFamily="18" charset="0"/>
                        </a:rPr>
                        <a:t>Oct 29</a:t>
                      </a:r>
                      <a:endParaRPr lang="en-US" sz="1600" dirty="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dirty="0">
                          <a:solidFill>
                            <a:srgbClr val="000000"/>
                          </a:solidFill>
                          <a:effectLst/>
                          <a:latin typeface="+mn-lt"/>
                          <a:ea typeface="Calibri" panose="020F0502020204030204" pitchFamily="34" charset="0"/>
                          <a:cs typeface="Times New Roman" panose="02020603050405020304" pitchFamily="18" charset="0"/>
                        </a:rPr>
                        <a:t>Deep Learning for time-series data</a:t>
                      </a:r>
                      <a:endParaRPr lang="en-US" sz="1600" dirty="0">
                        <a:effectLst/>
                        <a:latin typeface="+mn-lt"/>
                        <a:ea typeface="Calibri" panose="020F0502020204030204" pitchFamily="34" charset="0"/>
                        <a:cs typeface="Times New Roman" panose="02020603050405020304" pitchFamily="18" charset="0"/>
                      </a:endParaRPr>
                    </a:p>
                    <a:p>
                      <a:pPr marL="0" marR="0" algn="r">
                        <a:lnSpc>
                          <a:spcPct val="107000"/>
                        </a:lnSpc>
                        <a:spcBef>
                          <a:spcPts val="600"/>
                        </a:spcBef>
                        <a:spcAft>
                          <a:spcPts val="600"/>
                        </a:spcAft>
                        <a:buNone/>
                      </a:pPr>
                      <a:r>
                        <a:rPr lang="en-US" sz="1600" dirty="0">
                          <a:solidFill>
                            <a:srgbClr val="000000"/>
                          </a:solidFill>
                          <a:effectLst/>
                          <a:latin typeface="+mn-lt"/>
                          <a:ea typeface="Calibri" panose="020F0502020204030204" pitchFamily="34" charset="0"/>
                          <a:cs typeface="Times New Roman" panose="02020603050405020304" pitchFamily="18" charset="0"/>
                        </a:rPr>
                        <a:t>Vision Transformers</a:t>
                      </a:r>
                      <a:endParaRPr lang="en-US" sz="1600" dirty="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Oct 30</a:t>
                      </a:r>
                      <a:endParaRPr lang="en-US" sz="160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b="1" dirty="0">
                          <a:solidFill>
                            <a:srgbClr val="000000"/>
                          </a:solidFill>
                          <a:effectLst/>
                          <a:latin typeface="+mn-lt"/>
                          <a:ea typeface="Times New Roman" panose="02020603050405020304" pitchFamily="18" charset="0"/>
                          <a:cs typeface="Times New Roman" panose="02020603050405020304" pitchFamily="18" charset="0"/>
                        </a:rPr>
                        <a:t>Mini-Project A1 (20%): </a:t>
                      </a:r>
                      <a:r>
                        <a:rPr lang="en-US" sz="1600" dirty="0">
                          <a:solidFill>
                            <a:srgbClr val="000000"/>
                          </a:solidFill>
                          <a:effectLst/>
                          <a:latin typeface="+mn-lt"/>
                          <a:ea typeface="Times New Roman" panose="02020603050405020304" pitchFamily="18" charset="0"/>
                          <a:cs typeface="Times New Roman" panose="02020603050405020304" pitchFamily="18" charset="0"/>
                        </a:rPr>
                        <a:t>Yolo</a:t>
                      </a:r>
                      <a:endParaRPr lang="en-US" sz="1600" dirty="0">
                        <a:effectLst/>
                        <a:latin typeface="+mn-lt"/>
                        <a:ea typeface="Calibri" panose="020F0502020204030204" pitchFamily="34" charset="0"/>
                        <a:cs typeface="Times New Roman" panose="02020603050405020304" pitchFamily="18" charset="0"/>
                      </a:endParaRPr>
                    </a:p>
                    <a:p>
                      <a:pPr marL="0" marR="0" algn="r">
                        <a:lnSpc>
                          <a:spcPct val="107000"/>
                        </a:lnSpc>
                        <a:spcBef>
                          <a:spcPts val="600"/>
                        </a:spcBef>
                        <a:spcAft>
                          <a:spcPts val="600"/>
                        </a:spcAft>
                        <a:buNone/>
                      </a:pPr>
                      <a:r>
                        <a:rPr lang="en-US" sz="1600" b="1" dirty="0">
                          <a:solidFill>
                            <a:srgbClr val="000000"/>
                          </a:solidFill>
                          <a:effectLst/>
                          <a:latin typeface="+mn-lt"/>
                          <a:ea typeface="Times New Roman" panose="02020603050405020304" pitchFamily="18" charset="0"/>
                          <a:cs typeface="Times New Roman" panose="02020603050405020304" pitchFamily="18" charset="0"/>
                        </a:rPr>
                        <a:t>Mini-project B1 (20%): </a:t>
                      </a:r>
                      <a:r>
                        <a:rPr lang="en-US" sz="1600" dirty="0">
                          <a:solidFill>
                            <a:srgbClr val="000000"/>
                          </a:solidFill>
                          <a:effectLst/>
                          <a:latin typeface="+mn-lt"/>
                          <a:ea typeface="Times New Roman" panose="02020603050405020304" pitchFamily="18" charset="0"/>
                          <a:cs typeface="Times New Roman" panose="02020603050405020304" pitchFamily="18" charset="0"/>
                        </a:rPr>
                        <a:t>Deep Learning for time-series data (CNN/LSTM based classifier)</a:t>
                      </a:r>
                      <a:endParaRPr lang="en-US" sz="1600" dirty="0">
                        <a:effectLst/>
                        <a:latin typeface="+mn-lt"/>
                        <a:ea typeface="Calibri" panose="020F0502020204030204" pitchFamily="34" charset="0"/>
                        <a:cs typeface="Times New Roman" panose="02020603050405020304" pitchFamily="18" charset="0"/>
                      </a:endParaRPr>
                    </a:p>
                    <a:p>
                      <a:pPr marL="0" marR="0" algn="r">
                        <a:lnSpc>
                          <a:spcPct val="107000"/>
                        </a:lnSpc>
                        <a:spcBef>
                          <a:spcPts val="600"/>
                        </a:spcBef>
                        <a:spcAft>
                          <a:spcPts val="600"/>
                        </a:spcAft>
                        <a:buNone/>
                      </a:pPr>
                      <a:r>
                        <a:rPr lang="en-US" sz="1600" dirty="0">
                          <a:solidFill>
                            <a:srgbClr val="EE0000"/>
                          </a:solidFill>
                          <a:effectLst/>
                          <a:latin typeface="+mn-lt"/>
                          <a:ea typeface="Times New Roman" panose="02020603050405020304" pitchFamily="18" charset="0"/>
                          <a:cs typeface="Times New Roman" panose="02020603050405020304" pitchFamily="18" charset="0"/>
                        </a:rPr>
                        <a:t>Quiz #3</a:t>
                      </a:r>
                      <a:r>
                        <a:rPr lang="en-US" sz="1600" dirty="0">
                          <a:effectLst/>
                          <a:latin typeface="+mn-lt"/>
                          <a:ea typeface="Times New Roman" panose="02020603050405020304" pitchFamily="18" charset="0"/>
                          <a:cs typeface="Times New Roman" panose="02020603050405020304" pitchFamily="18" charset="0"/>
                        </a:rPr>
                        <a:t> </a:t>
                      </a:r>
                      <a:endParaRPr lang="en-US" sz="1600" dirty="0">
                        <a:effectLst/>
                        <a:latin typeface="+mn-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37740315"/>
                  </a:ext>
                </a:extLst>
              </a:tr>
              <a:tr h="763591">
                <a:tc>
                  <a:txBody>
                    <a:bodyPr/>
                    <a:lstStyle/>
                    <a:p>
                      <a:pPr marL="0" marR="0" algn="ctr">
                        <a:lnSpc>
                          <a:spcPct val="107000"/>
                        </a:lnSpc>
                        <a:spcBef>
                          <a:spcPts val="600"/>
                        </a:spcBef>
                        <a:spcAft>
                          <a:spcPts val="600"/>
                        </a:spcAft>
                        <a:buNone/>
                      </a:pPr>
                      <a:r>
                        <a:rPr lang="en-US" sz="1600" dirty="0">
                          <a:solidFill>
                            <a:schemeClr val="bg1"/>
                          </a:solidFill>
                          <a:effectLst/>
                          <a:latin typeface="+mn-lt"/>
                          <a:ea typeface="Times New Roman" panose="02020603050405020304" pitchFamily="18" charset="0"/>
                          <a:cs typeface="Times New Roman" panose="02020603050405020304" pitchFamily="18" charset="0"/>
                        </a:rPr>
                        <a:t>7</a:t>
                      </a:r>
                      <a:endParaRPr lang="en-US" sz="1600" dirty="0">
                        <a:solidFill>
                          <a:schemeClr val="bg1"/>
                        </a:solidFill>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Nov 3</a:t>
                      </a:r>
                      <a:endParaRPr lang="en-US" sz="1600">
                        <a:effectLst/>
                        <a:latin typeface="+mn-lt"/>
                        <a:ea typeface="Calibri" panose="020F0502020204030204" pitchFamily="34" charset="0"/>
                        <a:cs typeface="Times New Roman" panose="02020603050405020304" pitchFamily="18" charset="0"/>
                      </a:endParaRPr>
                    </a:p>
                    <a:p>
                      <a:pPr marL="0" marR="0" algn="ct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Nov 5</a:t>
                      </a:r>
                      <a:endParaRPr lang="en-US" sz="160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Aft>
                          <a:spcPts val="8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Self-Driving Subsystems &amp; LiDAR</a:t>
                      </a:r>
                      <a:endParaRPr lang="en-US" sz="1600">
                        <a:effectLst/>
                        <a:latin typeface="+mn-lt"/>
                        <a:ea typeface="Calibri" panose="020F0502020204030204" pitchFamily="34" charset="0"/>
                        <a:cs typeface="Times New Roman" panose="02020603050405020304" pitchFamily="18" charset="0"/>
                      </a:endParaRPr>
                    </a:p>
                    <a:p>
                      <a:pPr marL="0" marR="0" algn="r">
                        <a:lnSpc>
                          <a:spcPct val="107000"/>
                        </a:lnSpc>
                        <a:spcAft>
                          <a:spcPts val="8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Medical Image Analysis</a:t>
                      </a:r>
                      <a:endParaRPr lang="en-US" sz="160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Nov 6</a:t>
                      </a:r>
                      <a:endParaRPr lang="en-US" sz="160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dirty="0">
                          <a:solidFill>
                            <a:srgbClr val="000000"/>
                          </a:solidFill>
                          <a:effectLst/>
                          <a:latin typeface="+mn-lt"/>
                          <a:ea typeface="Times New Roman" panose="02020603050405020304" pitchFamily="18" charset="0"/>
                          <a:cs typeface="Times New Roman" panose="02020603050405020304" pitchFamily="18" charset="0"/>
                        </a:rPr>
                        <a:t>Project Coordination</a:t>
                      </a:r>
                      <a:br>
                        <a:rPr lang="en-US" sz="1600" dirty="0">
                          <a:solidFill>
                            <a:srgbClr val="000000"/>
                          </a:solidFill>
                          <a:effectLst/>
                          <a:latin typeface="+mn-lt"/>
                          <a:ea typeface="Times New Roman" panose="02020603050405020304" pitchFamily="18" charset="0"/>
                          <a:cs typeface="Times New Roman" panose="02020603050405020304" pitchFamily="18" charset="0"/>
                        </a:rPr>
                      </a:br>
                      <a:r>
                        <a:rPr lang="en-US" sz="1600" dirty="0">
                          <a:solidFill>
                            <a:srgbClr val="000000"/>
                          </a:solidFill>
                          <a:effectLst/>
                          <a:latin typeface="+mn-lt"/>
                          <a:ea typeface="Times New Roman" panose="02020603050405020304" pitchFamily="18" charset="0"/>
                          <a:cs typeface="Times New Roman" panose="02020603050405020304" pitchFamily="18" charset="0"/>
                        </a:rPr>
                        <a:t>Online CITI course for biomedical research</a:t>
                      </a:r>
                      <a:endParaRPr lang="en-US" sz="1600" dirty="0">
                        <a:effectLst/>
                        <a:latin typeface="+mn-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10908283"/>
                  </a:ext>
                </a:extLst>
              </a:tr>
              <a:tr h="913635">
                <a:tc>
                  <a:txBody>
                    <a:bodyPr/>
                    <a:lstStyle/>
                    <a:p>
                      <a:pPr marL="0" marR="0" algn="ctr">
                        <a:lnSpc>
                          <a:spcPct val="107000"/>
                        </a:lnSpc>
                        <a:spcBef>
                          <a:spcPts val="600"/>
                        </a:spcBef>
                        <a:spcAft>
                          <a:spcPts val="600"/>
                        </a:spcAft>
                        <a:buNone/>
                      </a:pPr>
                      <a:r>
                        <a:rPr lang="en-US" sz="1600" dirty="0">
                          <a:solidFill>
                            <a:schemeClr val="bg1"/>
                          </a:solidFill>
                          <a:effectLst/>
                          <a:latin typeface="+mn-lt"/>
                          <a:ea typeface="Times New Roman" panose="02020603050405020304" pitchFamily="18" charset="0"/>
                          <a:cs typeface="Times New Roman" panose="02020603050405020304" pitchFamily="18" charset="0"/>
                        </a:rPr>
                        <a:t>8</a:t>
                      </a:r>
                      <a:endParaRPr lang="en-US" sz="1600" dirty="0">
                        <a:solidFill>
                          <a:schemeClr val="bg1"/>
                        </a:solidFill>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600"/>
                        </a:spcBef>
                        <a:spcAft>
                          <a:spcPts val="600"/>
                        </a:spcAft>
                        <a:buNone/>
                      </a:pPr>
                      <a:r>
                        <a:rPr lang="en-US" sz="1600" dirty="0">
                          <a:solidFill>
                            <a:srgbClr val="000000"/>
                          </a:solidFill>
                          <a:effectLst/>
                          <a:latin typeface="+mn-lt"/>
                          <a:ea typeface="Times New Roman" panose="02020603050405020304" pitchFamily="18" charset="0"/>
                          <a:cs typeface="Times New Roman" panose="02020603050405020304" pitchFamily="18" charset="0"/>
                        </a:rPr>
                        <a:t>Nov 10</a:t>
                      </a:r>
                      <a:endParaRPr lang="en-US" sz="1600" dirty="0">
                        <a:effectLst/>
                        <a:latin typeface="+mn-lt"/>
                        <a:ea typeface="Calibri" panose="020F0502020204030204" pitchFamily="34" charset="0"/>
                        <a:cs typeface="Times New Roman" panose="02020603050405020304" pitchFamily="18" charset="0"/>
                      </a:endParaRPr>
                    </a:p>
                    <a:p>
                      <a:pPr marL="0" marR="0" algn="ctr">
                        <a:lnSpc>
                          <a:spcPct val="107000"/>
                        </a:lnSpc>
                        <a:spcBef>
                          <a:spcPts val="600"/>
                        </a:spcBef>
                        <a:spcAft>
                          <a:spcPts val="600"/>
                        </a:spcAft>
                        <a:buNone/>
                      </a:pPr>
                      <a:r>
                        <a:rPr lang="en-US" sz="1600" dirty="0">
                          <a:solidFill>
                            <a:srgbClr val="000000"/>
                          </a:solidFill>
                          <a:effectLst/>
                          <a:latin typeface="+mn-lt"/>
                          <a:ea typeface="Times New Roman" panose="02020603050405020304" pitchFamily="18" charset="0"/>
                          <a:cs typeface="Times New Roman" panose="02020603050405020304" pitchFamily="18" charset="0"/>
                        </a:rPr>
                        <a:t>Nov 12</a:t>
                      </a:r>
                      <a:endParaRPr lang="en-US" sz="1600" dirty="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Foundational models: CLIP </a:t>
                      </a:r>
                      <a:endParaRPr lang="en-US" sz="1600">
                        <a:effectLst/>
                        <a:latin typeface="+mn-lt"/>
                        <a:ea typeface="Calibri" panose="020F0502020204030204" pitchFamily="34" charset="0"/>
                        <a:cs typeface="Times New Roman" panose="02020603050405020304" pitchFamily="18" charset="0"/>
                      </a:endParaRPr>
                    </a:p>
                    <a:p>
                      <a:pPr marL="0" marR="0" algn="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Edge AI</a:t>
                      </a:r>
                      <a:endParaRPr lang="en-US" sz="160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Nov 13</a:t>
                      </a:r>
                      <a:endParaRPr lang="en-US" sz="160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b="1" dirty="0">
                          <a:solidFill>
                            <a:srgbClr val="000000"/>
                          </a:solidFill>
                          <a:effectLst/>
                          <a:latin typeface="+mn-lt"/>
                          <a:ea typeface="Times New Roman" panose="02020603050405020304" pitchFamily="18" charset="0"/>
                          <a:cs typeface="Times New Roman" panose="02020603050405020304" pitchFamily="18" charset="0"/>
                        </a:rPr>
                        <a:t>Mini-Project A2 (20%): </a:t>
                      </a:r>
                      <a:r>
                        <a:rPr lang="en-US" sz="1600" dirty="0">
                          <a:solidFill>
                            <a:srgbClr val="000000"/>
                          </a:solidFill>
                          <a:effectLst/>
                          <a:latin typeface="+mn-lt"/>
                          <a:ea typeface="Times New Roman" panose="02020603050405020304" pitchFamily="18" charset="0"/>
                          <a:cs typeface="Times New Roman" panose="02020603050405020304" pitchFamily="18" charset="0"/>
                        </a:rPr>
                        <a:t>Segmentation/Object Detection</a:t>
                      </a:r>
                      <a:endParaRPr lang="en-US" sz="1600" dirty="0">
                        <a:effectLst/>
                        <a:latin typeface="+mn-lt"/>
                        <a:ea typeface="Calibri" panose="020F0502020204030204" pitchFamily="34" charset="0"/>
                        <a:cs typeface="Times New Roman" panose="02020603050405020304" pitchFamily="18" charset="0"/>
                      </a:endParaRPr>
                    </a:p>
                    <a:p>
                      <a:pPr marL="0" marR="0" algn="r">
                        <a:lnSpc>
                          <a:spcPct val="107000"/>
                        </a:lnSpc>
                        <a:spcBef>
                          <a:spcPts val="600"/>
                        </a:spcBef>
                        <a:spcAft>
                          <a:spcPts val="600"/>
                        </a:spcAft>
                        <a:buNone/>
                      </a:pPr>
                      <a:r>
                        <a:rPr lang="en-US" sz="1600" b="1" dirty="0">
                          <a:solidFill>
                            <a:srgbClr val="000000"/>
                          </a:solidFill>
                          <a:effectLst/>
                          <a:latin typeface="+mn-lt"/>
                          <a:ea typeface="Times New Roman" panose="02020603050405020304" pitchFamily="18" charset="0"/>
                          <a:cs typeface="Times New Roman" panose="02020603050405020304" pitchFamily="18" charset="0"/>
                        </a:rPr>
                        <a:t>Mini-Project B2 (20%): </a:t>
                      </a:r>
                      <a:r>
                        <a:rPr lang="en-US" sz="1600" dirty="0">
                          <a:solidFill>
                            <a:srgbClr val="000000"/>
                          </a:solidFill>
                          <a:effectLst/>
                          <a:latin typeface="+mn-lt"/>
                          <a:ea typeface="Times New Roman" panose="02020603050405020304" pitchFamily="18" charset="0"/>
                          <a:cs typeface="Times New Roman" panose="02020603050405020304" pitchFamily="18" charset="0"/>
                        </a:rPr>
                        <a:t>Medical Image Analysis</a:t>
                      </a:r>
                      <a:endParaRPr lang="en-US" sz="1600" dirty="0">
                        <a:effectLst/>
                        <a:latin typeface="+mn-lt"/>
                        <a:ea typeface="Calibri" panose="020F0502020204030204" pitchFamily="34" charset="0"/>
                        <a:cs typeface="Times New Roman" panose="02020603050405020304" pitchFamily="18" charset="0"/>
                      </a:endParaRPr>
                    </a:p>
                    <a:p>
                      <a:pPr marL="0" marR="0" algn="r">
                        <a:lnSpc>
                          <a:spcPct val="107000"/>
                        </a:lnSpc>
                        <a:spcBef>
                          <a:spcPts val="600"/>
                        </a:spcBef>
                        <a:spcAft>
                          <a:spcPts val="600"/>
                        </a:spcAft>
                        <a:buNone/>
                      </a:pPr>
                      <a:r>
                        <a:rPr lang="en-US" sz="1600" dirty="0">
                          <a:solidFill>
                            <a:srgbClr val="E03E2D"/>
                          </a:solidFill>
                          <a:effectLst/>
                          <a:latin typeface="+mn-lt"/>
                          <a:ea typeface="Calibri" panose="020F0502020204030204" pitchFamily="34" charset="0"/>
                          <a:cs typeface="Times New Roman" panose="02020603050405020304" pitchFamily="18" charset="0"/>
                        </a:rPr>
                        <a:t>Quiz #4</a:t>
                      </a:r>
                      <a:endParaRPr lang="en-US" sz="1600" dirty="0">
                        <a:effectLst/>
                        <a:latin typeface="+mn-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32758198"/>
                  </a:ext>
                </a:extLst>
              </a:tr>
              <a:tr h="459321">
                <a:tc>
                  <a:txBody>
                    <a:bodyPr/>
                    <a:lstStyle/>
                    <a:p>
                      <a:pPr marL="0" marR="0" algn="ctr">
                        <a:lnSpc>
                          <a:spcPct val="107000"/>
                        </a:lnSpc>
                        <a:spcBef>
                          <a:spcPts val="600"/>
                        </a:spcBef>
                        <a:spcAft>
                          <a:spcPts val="600"/>
                        </a:spcAft>
                        <a:buNone/>
                      </a:pPr>
                      <a:r>
                        <a:rPr lang="en-US" sz="1600" dirty="0">
                          <a:solidFill>
                            <a:schemeClr val="bg1"/>
                          </a:solidFill>
                          <a:effectLst/>
                          <a:latin typeface="+mn-lt"/>
                          <a:ea typeface="Times New Roman" panose="02020603050405020304" pitchFamily="18" charset="0"/>
                          <a:cs typeface="Times New Roman" panose="02020603050405020304" pitchFamily="18" charset="0"/>
                        </a:rPr>
                        <a:t>9</a:t>
                      </a:r>
                      <a:endParaRPr lang="en-US" sz="1600" dirty="0">
                        <a:solidFill>
                          <a:schemeClr val="bg1"/>
                        </a:solidFill>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Nov 17</a:t>
                      </a:r>
                      <a:endParaRPr lang="en-US" sz="1600">
                        <a:effectLst/>
                        <a:latin typeface="+mn-lt"/>
                        <a:ea typeface="Calibri" panose="020F0502020204030204" pitchFamily="34" charset="0"/>
                        <a:cs typeface="Times New Roman" panose="02020603050405020304" pitchFamily="18" charset="0"/>
                      </a:endParaRPr>
                    </a:p>
                    <a:p>
                      <a:pPr marL="0" marR="0" algn="ct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Nov 19</a:t>
                      </a:r>
                      <a:endParaRPr lang="en-US" sz="160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dirty="0">
                          <a:solidFill>
                            <a:srgbClr val="000000"/>
                          </a:solidFill>
                          <a:effectLst/>
                          <a:latin typeface="+mn-lt"/>
                          <a:ea typeface="Times New Roman" panose="02020603050405020304" pitchFamily="18" charset="0"/>
                          <a:cs typeface="Times New Roman" panose="02020603050405020304" pitchFamily="18" charset="0"/>
                        </a:rPr>
                        <a:t>ML Security &amp; Privacy </a:t>
                      </a:r>
                      <a:endParaRPr lang="en-US" sz="1600" dirty="0">
                        <a:effectLst/>
                        <a:latin typeface="+mn-lt"/>
                        <a:ea typeface="Calibri" panose="020F0502020204030204" pitchFamily="34" charset="0"/>
                        <a:cs typeface="Times New Roman" panose="02020603050405020304" pitchFamily="18" charset="0"/>
                      </a:endParaRPr>
                    </a:p>
                    <a:p>
                      <a:pPr marL="0" marR="0" algn="r">
                        <a:lnSpc>
                          <a:spcPct val="107000"/>
                        </a:lnSpc>
                        <a:spcBef>
                          <a:spcPts val="600"/>
                        </a:spcBef>
                        <a:spcAft>
                          <a:spcPts val="600"/>
                        </a:spcAft>
                        <a:buNone/>
                      </a:pPr>
                      <a:r>
                        <a:rPr lang="en-US" sz="1600" dirty="0">
                          <a:solidFill>
                            <a:srgbClr val="000000"/>
                          </a:solidFill>
                          <a:effectLst/>
                          <a:latin typeface="+mn-lt"/>
                          <a:ea typeface="Times New Roman" panose="02020603050405020304" pitchFamily="18" charset="0"/>
                          <a:cs typeface="Times New Roman" panose="02020603050405020304" pitchFamily="18" charset="0"/>
                        </a:rPr>
                        <a:t>Parameter Efficient Fine-Tuning</a:t>
                      </a:r>
                      <a:endParaRPr lang="en-US" sz="1600" dirty="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Nov 20</a:t>
                      </a:r>
                      <a:endParaRPr lang="en-US" sz="160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Deep dive of mini-projects</a:t>
                      </a:r>
                      <a:endParaRPr lang="en-US" sz="1600">
                        <a:effectLst/>
                        <a:latin typeface="+mn-lt"/>
                        <a:ea typeface="Calibri" panose="020F0502020204030204" pitchFamily="34" charset="0"/>
                        <a:cs typeface="Times New Roman" panose="02020603050405020304" pitchFamily="18" charset="0"/>
                      </a:endParaRPr>
                    </a:p>
                    <a:p>
                      <a:pPr marL="0" marR="0" algn="r">
                        <a:lnSpc>
                          <a:spcPct val="107000"/>
                        </a:lnSpc>
                        <a:spcBef>
                          <a:spcPts val="600"/>
                        </a:spcBef>
                        <a:spcAft>
                          <a:spcPts val="600"/>
                        </a:spcAft>
                        <a:buNone/>
                      </a:pPr>
                      <a:r>
                        <a:rPr lang="en-US" sz="1600">
                          <a:solidFill>
                            <a:srgbClr val="000000"/>
                          </a:solidFill>
                          <a:effectLst/>
                          <a:latin typeface="+mn-lt"/>
                          <a:ea typeface="Times New Roman" panose="02020603050405020304" pitchFamily="18" charset="0"/>
                          <a:cs typeface="Times New Roman" panose="02020603050405020304" pitchFamily="18" charset="0"/>
                        </a:rPr>
                        <a:t>Project discussions</a:t>
                      </a:r>
                      <a:endParaRPr lang="en-US" sz="1600">
                        <a:effectLst/>
                        <a:latin typeface="+mn-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11051419"/>
                  </a:ext>
                </a:extLst>
              </a:tr>
              <a:tr h="913635">
                <a:tc>
                  <a:txBody>
                    <a:bodyPr/>
                    <a:lstStyle/>
                    <a:p>
                      <a:pPr marL="0" marR="0" algn="ctr">
                        <a:lnSpc>
                          <a:spcPct val="107000"/>
                        </a:lnSpc>
                        <a:spcBef>
                          <a:spcPts val="600"/>
                        </a:spcBef>
                        <a:spcAft>
                          <a:spcPts val="600"/>
                        </a:spcAft>
                        <a:buNone/>
                      </a:pPr>
                      <a:r>
                        <a:rPr lang="en-US" sz="1600" dirty="0">
                          <a:effectLst/>
                          <a:latin typeface="+mn-lt"/>
                          <a:ea typeface="Calibri" panose="020F0502020204030204" pitchFamily="34" charset="0"/>
                          <a:cs typeface="Times New Roman" panose="02020603050405020304" pitchFamily="18" charset="0"/>
                        </a:rPr>
                        <a:t>11</a:t>
                      </a:r>
                    </a:p>
                  </a:txBody>
                  <a:tcPr marL="9525" marR="9525" marT="9525" marB="9525" anchor="ctr"/>
                </a:tc>
                <a:tc>
                  <a:txBody>
                    <a:bodyPr/>
                    <a:lstStyle/>
                    <a:p>
                      <a:pPr marL="0" marR="0" algn="ctr">
                        <a:lnSpc>
                          <a:spcPct val="107000"/>
                        </a:lnSpc>
                        <a:spcBef>
                          <a:spcPts val="600"/>
                        </a:spcBef>
                        <a:spcAft>
                          <a:spcPts val="600"/>
                        </a:spcAft>
                        <a:buNone/>
                      </a:pPr>
                      <a:r>
                        <a:rPr lang="en-US" sz="1600" dirty="0">
                          <a:effectLst/>
                          <a:latin typeface="+mn-lt"/>
                          <a:ea typeface="Calibri" panose="020F0502020204030204" pitchFamily="34" charset="0"/>
                          <a:cs typeface="Times New Roman" panose="02020603050405020304" pitchFamily="18" charset="0"/>
                        </a:rPr>
                        <a:t>Dec 1</a:t>
                      </a:r>
                    </a:p>
                    <a:p>
                      <a:pPr marL="0" marR="0" algn="ctr">
                        <a:lnSpc>
                          <a:spcPct val="107000"/>
                        </a:lnSpc>
                        <a:spcBef>
                          <a:spcPts val="600"/>
                        </a:spcBef>
                        <a:spcAft>
                          <a:spcPts val="600"/>
                        </a:spcAft>
                        <a:buNone/>
                      </a:pPr>
                      <a:r>
                        <a:rPr lang="en-US" sz="1600" dirty="0">
                          <a:effectLst/>
                          <a:latin typeface="+mn-lt"/>
                          <a:ea typeface="Calibri" panose="020F0502020204030204" pitchFamily="34" charset="0"/>
                          <a:cs typeface="Times New Roman" panose="02020603050405020304" pitchFamily="18" charset="0"/>
                        </a:rPr>
                        <a:t>Dec 3</a:t>
                      </a:r>
                    </a:p>
                  </a:txBody>
                  <a:tcPr marL="9525" marR="9525" marT="9525" marB="9525" anchor="ctr"/>
                </a:tc>
                <a:tc>
                  <a:txBody>
                    <a:bodyPr/>
                    <a:lstStyle/>
                    <a:p>
                      <a:pPr marL="0" marR="0" algn="r">
                        <a:lnSpc>
                          <a:spcPct val="107000"/>
                        </a:lnSpc>
                        <a:spcBef>
                          <a:spcPts val="600"/>
                        </a:spcBef>
                        <a:spcAft>
                          <a:spcPts val="600"/>
                        </a:spcAft>
                        <a:buNone/>
                      </a:pPr>
                      <a:r>
                        <a:rPr lang="en-US" sz="1600" dirty="0">
                          <a:effectLst/>
                          <a:latin typeface="+mn-lt"/>
                          <a:ea typeface="Calibri" panose="020F0502020204030204" pitchFamily="34" charset="0"/>
                          <a:cs typeface="Times New Roman" panose="02020603050405020304" pitchFamily="18" charset="0"/>
                        </a:rPr>
                        <a:t>How to write a Project Proposal </a:t>
                      </a:r>
                    </a:p>
                    <a:p>
                      <a:pPr marL="0" marR="0" algn="r">
                        <a:lnSpc>
                          <a:spcPct val="107000"/>
                        </a:lnSpc>
                        <a:spcBef>
                          <a:spcPts val="600"/>
                        </a:spcBef>
                        <a:spcAft>
                          <a:spcPts val="600"/>
                        </a:spcAft>
                        <a:buNone/>
                      </a:pPr>
                      <a:r>
                        <a:rPr lang="en-US" sz="1600" dirty="0">
                          <a:effectLst/>
                          <a:latin typeface="+mn-lt"/>
                          <a:ea typeface="Calibri" panose="020F0502020204030204" pitchFamily="34" charset="0"/>
                          <a:cs typeface="Times New Roman" panose="02020603050405020304" pitchFamily="18" charset="0"/>
                        </a:rPr>
                        <a:t>Common Pitfalls</a:t>
                      </a:r>
                    </a:p>
                  </a:txBody>
                  <a:tcPr marL="9525" marR="9525" marT="9525" marB="9525" anchor="ctr"/>
                </a:tc>
                <a:tc>
                  <a:txBody>
                    <a:bodyPr/>
                    <a:lstStyle/>
                    <a:p>
                      <a:pPr marL="0" marR="0" algn="r">
                        <a:lnSpc>
                          <a:spcPct val="107000"/>
                        </a:lnSpc>
                        <a:spcBef>
                          <a:spcPts val="600"/>
                        </a:spcBef>
                        <a:spcAft>
                          <a:spcPts val="600"/>
                        </a:spcAft>
                        <a:buNone/>
                      </a:pPr>
                      <a:r>
                        <a:rPr lang="en-US" sz="1600" dirty="0">
                          <a:effectLst/>
                          <a:latin typeface="+mn-lt"/>
                          <a:ea typeface="Calibri" panose="020F0502020204030204" pitchFamily="34" charset="0"/>
                          <a:cs typeface="Times New Roman" panose="02020603050405020304" pitchFamily="18" charset="0"/>
                        </a:rPr>
                        <a:t>Dec 4</a:t>
                      </a:r>
                    </a:p>
                  </a:txBody>
                  <a:tcPr marL="9525" marR="9525" marT="9525" marB="9525" anchor="ctr"/>
                </a:tc>
                <a:tc>
                  <a:txBody>
                    <a:bodyPr/>
                    <a:lstStyle/>
                    <a:p>
                      <a:pPr marL="0" marR="0" algn="r">
                        <a:lnSpc>
                          <a:spcPct val="107000"/>
                        </a:lnSpc>
                        <a:spcBef>
                          <a:spcPts val="600"/>
                        </a:spcBef>
                        <a:spcAft>
                          <a:spcPts val="600"/>
                        </a:spcAft>
                        <a:buNone/>
                      </a:pPr>
                      <a:r>
                        <a:rPr lang="en-US" sz="1600" b="1" dirty="0">
                          <a:solidFill>
                            <a:srgbClr val="E03E2D"/>
                          </a:solidFill>
                          <a:effectLst/>
                          <a:latin typeface="Times New Roman" panose="02020603050405020304" pitchFamily="18" charset="0"/>
                          <a:ea typeface="Calibri" panose="020F0502020204030204" pitchFamily="34" charset="0"/>
                          <a:cs typeface="Times New Roman" panose="02020603050405020304" pitchFamily="18" charset="0"/>
                        </a:rPr>
                        <a:t>Senior Design Project Proposal / </a:t>
                      </a:r>
                      <a:br>
                        <a:rPr lang="en-US" sz="16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600" b="1" dirty="0">
                          <a:solidFill>
                            <a:srgbClr val="E03E2D"/>
                          </a:solidFill>
                          <a:effectLst/>
                          <a:latin typeface="Times New Roman" panose="02020603050405020304" pitchFamily="18" charset="0"/>
                          <a:ea typeface="Calibri" panose="020F0502020204030204" pitchFamily="34" charset="0"/>
                          <a:cs typeface="Times New Roman" panose="02020603050405020304" pitchFamily="18" charset="0"/>
                        </a:rPr>
                        <a:t>Literature Survey due Dec 8</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77975975"/>
                  </a:ext>
                </a:extLst>
              </a:tr>
            </a:tbl>
          </a:graphicData>
        </a:graphic>
      </p:graphicFrame>
    </p:spTree>
    <p:extLst>
      <p:ext uri="{BB962C8B-B14F-4D97-AF65-F5344CB8AC3E}">
        <p14:creationId xmlns:p14="http://schemas.microsoft.com/office/powerpoint/2010/main" val="1949913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6B77B-B55D-2641-7EB9-2745FD11A89D}"/>
              </a:ext>
            </a:extLst>
          </p:cNvPr>
          <p:cNvSpPr>
            <a:spLocks noGrp="1"/>
          </p:cNvSpPr>
          <p:nvPr>
            <p:ph type="title"/>
          </p:nvPr>
        </p:nvSpPr>
        <p:spPr>
          <a:xfrm>
            <a:off x="543697" y="838840"/>
            <a:ext cx="11104606" cy="2467068"/>
          </a:xfrm>
        </p:spPr>
        <p:txBody>
          <a:bodyPr>
            <a:normAutofit/>
          </a:bodyPr>
          <a:lstStyle/>
          <a:p>
            <a:r>
              <a:rPr lang="en-US" sz="6000" b="1" dirty="0"/>
              <a:t>Lab 1: </a:t>
            </a:r>
            <a:br>
              <a:rPr lang="en-US" sz="4800" dirty="0"/>
            </a:br>
            <a:r>
              <a:rPr lang="en-US" sz="4800" dirty="0"/>
              <a:t>Environment Setup &amp; Introduction to Software Tools</a:t>
            </a:r>
          </a:p>
        </p:txBody>
      </p:sp>
      <p:sp>
        <p:nvSpPr>
          <p:cNvPr id="3" name="TextBox 2">
            <a:extLst>
              <a:ext uri="{FF2B5EF4-FFF2-40B4-BE49-F238E27FC236}">
                <a16:creationId xmlns:a16="http://schemas.microsoft.com/office/drawing/2014/main" id="{CAFD7C13-B1B5-5164-494B-F992DE392E06}"/>
              </a:ext>
            </a:extLst>
          </p:cNvPr>
          <p:cNvSpPr txBox="1"/>
          <p:nvPr/>
        </p:nvSpPr>
        <p:spPr>
          <a:xfrm>
            <a:off x="543697" y="3429000"/>
            <a:ext cx="8710246" cy="369332"/>
          </a:xfrm>
          <a:prstGeom prst="rect">
            <a:avLst/>
          </a:prstGeom>
          <a:noFill/>
        </p:spPr>
        <p:txBody>
          <a:bodyPr wrap="square" rtlCol="0">
            <a:spAutoFit/>
          </a:bodyPr>
          <a:lstStyle/>
          <a:p>
            <a:r>
              <a:rPr lang="en-US" i="1" dirty="0"/>
              <a:t>Check out EEC174 Lab1 Setup on Canvas!</a:t>
            </a:r>
          </a:p>
        </p:txBody>
      </p:sp>
    </p:spTree>
    <p:extLst>
      <p:ext uri="{BB962C8B-B14F-4D97-AF65-F5344CB8AC3E}">
        <p14:creationId xmlns:p14="http://schemas.microsoft.com/office/powerpoint/2010/main" val="1106917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AF0A2-09A8-A285-0466-6839FD0C16E6}"/>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66632E7C-DC3C-1F63-FACD-DBB1DF829BD7}"/>
              </a:ext>
            </a:extLst>
          </p:cNvPr>
          <p:cNvSpPr>
            <a:spLocks noGrp="1"/>
          </p:cNvSpPr>
          <p:nvPr>
            <p:ph idx="1"/>
          </p:nvPr>
        </p:nvSpPr>
        <p:spPr/>
        <p:txBody>
          <a:bodyPr/>
          <a:lstStyle/>
          <a:p>
            <a:pPr marL="457200" lvl="0" indent="-342900">
              <a:lnSpc>
                <a:spcPct val="150000"/>
              </a:lnSpc>
              <a:spcBef>
                <a:spcPts val="0"/>
              </a:spcBef>
              <a:buClr>
                <a:schemeClr val="dk1"/>
              </a:buClr>
              <a:buSzPts val="1800"/>
              <a:buAutoNum type="arabicPeriod"/>
            </a:pPr>
            <a:r>
              <a:rPr lang="en-US" dirty="0">
                <a:solidFill>
                  <a:schemeClr val="dk1"/>
                </a:solidFill>
              </a:rPr>
              <a:t>Terminal/Bash</a:t>
            </a:r>
          </a:p>
          <a:p>
            <a:pPr marL="457200" lvl="0" indent="-342900">
              <a:lnSpc>
                <a:spcPct val="150000"/>
              </a:lnSpc>
              <a:spcBef>
                <a:spcPts val="0"/>
              </a:spcBef>
              <a:buClr>
                <a:schemeClr val="dk1"/>
              </a:buClr>
              <a:buSzPts val="1800"/>
              <a:buAutoNum type="arabicPeriod"/>
            </a:pPr>
            <a:r>
              <a:rPr lang="en-US" dirty="0">
                <a:solidFill>
                  <a:schemeClr val="dk1"/>
                </a:solidFill>
              </a:rPr>
              <a:t>SSH</a:t>
            </a:r>
          </a:p>
          <a:p>
            <a:pPr marL="457200" lvl="0" indent="-342900">
              <a:lnSpc>
                <a:spcPct val="150000"/>
              </a:lnSpc>
              <a:spcBef>
                <a:spcPts val="0"/>
              </a:spcBef>
              <a:buClr>
                <a:schemeClr val="dk1"/>
              </a:buClr>
              <a:buSzPts val="1800"/>
              <a:buAutoNum type="arabicPeriod"/>
            </a:pPr>
            <a:r>
              <a:rPr lang="en-US" dirty="0">
                <a:solidFill>
                  <a:schemeClr val="dk1"/>
                </a:solidFill>
              </a:rPr>
              <a:t>Git, </a:t>
            </a:r>
            <a:r>
              <a:rPr lang="en-US" dirty="0" err="1">
                <a:solidFill>
                  <a:schemeClr val="dk1"/>
                </a:solidFill>
              </a:rPr>
              <a:t>Github</a:t>
            </a:r>
            <a:endParaRPr lang="en-US" dirty="0">
              <a:solidFill>
                <a:schemeClr val="dk1"/>
              </a:solidFill>
            </a:endParaRPr>
          </a:p>
          <a:p>
            <a:pPr marL="457200" lvl="0" indent="-342900">
              <a:lnSpc>
                <a:spcPct val="150000"/>
              </a:lnSpc>
              <a:spcBef>
                <a:spcPts val="0"/>
              </a:spcBef>
              <a:buClr>
                <a:schemeClr val="dk1"/>
              </a:buClr>
              <a:buSzPts val="1800"/>
              <a:buAutoNum type="arabicPeriod"/>
            </a:pPr>
            <a:r>
              <a:rPr lang="en-US" dirty="0">
                <a:solidFill>
                  <a:schemeClr val="dk1"/>
                </a:solidFill>
              </a:rPr>
              <a:t>Docker</a:t>
            </a:r>
          </a:p>
          <a:p>
            <a:pPr marL="457200" lvl="0" indent="-342900">
              <a:lnSpc>
                <a:spcPct val="150000"/>
              </a:lnSpc>
              <a:spcBef>
                <a:spcPts val="0"/>
              </a:spcBef>
              <a:buClr>
                <a:schemeClr val="dk1"/>
              </a:buClr>
              <a:buSzPts val="1800"/>
              <a:buAutoNum type="arabicPeriod"/>
            </a:pPr>
            <a:r>
              <a:rPr lang="en-US" dirty="0">
                <a:solidFill>
                  <a:schemeClr val="dk1"/>
                </a:solidFill>
              </a:rPr>
              <a:t>Editors (Jupyter, VS Code, Google </a:t>
            </a:r>
            <a:r>
              <a:rPr lang="en-US" dirty="0" err="1">
                <a:solidFill>
                  <a:schemeClr val="dk1"/>
                </a:solidFill>
              </a:rPr>
              <a:t>Colab</a:t>
            </a:r>
            <a:r>
              <a:rPr lang="en-US" dirty="0">
                <a:solidFill>
                  <a:schemeClr val="dk1"/>
                </a:solidFill>
              </a:rPr>
              <a:t>)</a:t>
            </a:r>
            <a:endParaRPr lang="en-US" sz="2000" dirty="0"/>
          </a:p>
          <a:p>
            <a:endParaRPr lang="en-US" dirty="0"/>
          </a:p>
        </p:txBody>
      </p:sp>
      <p:sp>
        <p:nvSpPr>
          <p:cNvPr id="3" name="Title 2">
            <a:extLst>
              <a:ext uri="{FF2B5EF4-FFF2-40B4-BE49-F238E27FC236}">
                <a16:creationId xmlns:a16="http://schemas.microsoft.com/office/drawing/2014/main" id="{F03E12B8-8EF1-0C40-D6A6-2D42E8751435}"/>
              </a:ext>
            </a:extLst>
          </p:cNvPr>
          <p:cNvSpPr>
            <a:spLocks noGrp="1"/>
          </p:cNvSpPr>
          <p:nvPr>
            <p:ph type="title"/>
          </p:nvPr>
        </p:nvSpPr>
        <p:spPr/>
        <p:txBody>
          <a:bodyPr anchor="ctr">
            <a:normAutofit/>
          </a:bodyPr>
          <a:lstStyle/>
          <a:p>
            <a:r>
              <a:rPr lang="en-US" dirty="0"/>
              <a:t>Overview</a:t>
            </a:r>
          </a:p>
        </p:txBody>
      </p:sp>
    </p:spTree>
    <p:extLst>
      <p:ext uri="{BB962C8B-B14F-4D97-AF65-F5344CB8AC3E}">
        <p14:creationId xmlns:p14="http://schemas.microsoft.com/office/powerpoint/2010/main" val="3137023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06A0E-66E2-F4DF-A86F-5A6890C3C79B}"/>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8B19F46-4378-E86F-1D21-C9FFF3A0FB71}"/>
              </a:ext>
            </a:extLst>
          </p:cNvPr>
          <p:cNvSpPr>
            <a:spLocks noGrp="1"/>
          </p:cNvSpPr>
          <p:nvPr>
            <p:ph idx="1"/>
          </p:nvPr>
        </p:nvSpPr>
        <p:spPr/>
        <p:txBody>
          <a:bodyPr/>
          <a:lstStyle/>
          <a:p>
            <a:pPr marL="0" lvl="0" indent="0">
              <a:lnSpc>
                <a:spcPct val="150000"/>
              </a:lnSpc>
              <a:spcBef>
                <a:spcPts val="0"/>
              </a:spcBef>
              <a:buSzPts val="1800"/>
              <a:buNone/>
            </a:pPr>
            <a:r>
              <a:rPr lang="en-US" sz="3200" dirty="0"/>
              <a:t>Useful Commands to know for this course:</a:t>
            </a:r>
          </a:p>
          <a:p>
            <a:pPr marL="457200" lvl="0" indent="-317500">
              <a:lnSpc>
                <a:spcPct val="150000"/>
              </a:lnSpc>
              <a:spcBef>
                <a:spcPts val="0"/>
              </a:spcBef>
              <a:buSzPts val="1400"/>
              <a:buChar char="●"/>
            </a:pPr>
            <a:r>
              <a:rPr lang="en-US" sz="2400" dirty="0">
                <a:solidFill>
                  <a:srgbClr val="FFFFFF"/>
                </a:solidFill>
                <a:highlight>
                  <a:srgbClr val="333333"/>
                </a:highlight>
                <a:latin typeface="Consolas"/>
                <a:ea typeface="Consolas"/>
                <a:cs typeface="Consolas"/>
                <a:sym typeface="Consolas"/>
              </a:rPr>
              <a:t>ls </a:t>
            </a:r>
            <a:r>
              <a:rPr lang="en-US" dirty="0"/>
              <a:t> - Lists directory contents</a:t>
            </a:r>
          </a:p>
          <a:p>
            <a:pPr marL="457200" lvl="0" indent="-317500">
              <a:lnSpc>
                <a:spcPct val="150000"/>
              </a:lnSpc>
              <a:spcBef>
                <a:spcPts val="0"/>
              </a:spcBef>
              <a:buSzPts val="1400"/>
              <a:buChar char="●"/>
            </a:pPr>
            <a:r>
              <a:rPr lang="en-US" sz="2400" dirty="0">
                <a:solidFill>
                  <a:srgbClr val="FFFFFF"/>
                </a:solidFill>
                <a:highlight>
                  <a:srgbClr val="333333"/>
                </a:highlight>
                <a:latin typeface="Consolas"/>
                <a:ea typeface="Consolas"/>
                <a:cs typeface="Consolas"/>
                <a:sym typeface="Consolas"/>
              </a:rPr>
              <a:t>cd </a:t>
            </a:r>
            <a:r>
              <a:rPr lang="en-US" dirty="0"/>
              <a:t> - Change directory</a:t>
            </a:r>
          </a:p>
          <a:p>
            <a:pPr marL="457200" lvl="0" indent="-317500">
              <a:lnSpc>
                <a:spcPct val="150000"/>
              </a:lnSpc>
              <a:spcBef>
                <a:spcPts val="0"/>
              </a:spcBef>
              <a:buSzPts val="1400"/>
              <a:buChar char="●"/>
            </a:pPr>
            <a:r>
              <a:rPr lang="en-US" sz="2400" dirty="0">
                <a:solidFill>
                  <a:srgbClr val="FFFFFF"/>
                </a:solidFill>
                <a:highlight>
                  <a:srgbClr val="333333"/>
                </a:highlight>
                <a:latin typeface="Consolas"/>
                <a:ea typeface="Consolas"/>
                <a:cs typeface="Consolas"/>
                <a:sym typeface="Consolas"/>
              </a:rPr>
              <a:t>touch &lt;filename&gt;</a:t>
            </a:r>
            <a:r>
              <a:rPr lang="en-US" dirty="0"/>
              <a:t> - Create a file </a:t>
            </a:r>
          </a:p>
          <a:p>
            <a:pPr marL="457200" lvl="0" indent="-317500">
              <a:lnSpc>
                <a:spcPct val="150000"/>
              </a:lnSpc>
              <a:spcBef>
                <a:spcPts val="0"/>
              </a:spcBef>
              <a:buSzPts val="1400"/>
              <a:buChar char="●"/>
            </a:pPr>
            <a:r>
              <a:rPr lang="en-US" sz="2400" dirty="0" err="1">
                <a:solidFill>
                  <a:srgbClr val="FFFFFF"/>
                </a:solidFill>
                <a:highlight>
                  <a:srgbClr val="333333"/>
                </a:highlight>
                <a:latin typeface="Consolas"/>
                <a:ea typeface="Consolas"/>
                <a:cs typeface="Consolas"/>
                <a:sym typeface="Consolas"/>
              </a:rPr>
              <a:t>mkdir</a:t>
            </a:r>
            <a:r>
              <a:rPr lang="en-US" sz="2400" dirty="0">
                <a:solidFill>
                  <a:srgbClr val="FFFFFF"/>
                </a:solidFill>
                <a:highlight>
                  <a:srgbClr val="333333"/>
                </a:highlight>
                <a:latin typeface="Consolas"/>
                <a:ea typeface="Consolas"/>
                <a:cs typeface="Consolas"/>
                <a:sym typeface="Consolas"/>
              </a:rPr>
              <a:t> &lt;</a:t>
            </a:r>
            <a:r>
              <a:rPr lang="en-US" sz="2400" dirty="0" err="1">
                <a:solidFill>
                  <a:srgbClr val="FFFFFF"/>
                </a:solidFill>
                <a:highlight>
                  <a:srgbClr val="333333"/>
                </a:highlight>
                <a:latin typeface="Consolas"/>
                <a:ea typeface="Consolas"/>
                <a:cs typeface="Consolas"/>
                <a:sym typeface="Consolas"/>
              </a:rPr>
              <a:t>dirname</a:t>
            </a:r>
            <a:r>
              <a:rPr lang="en-US" sz="2400" dirty="0">
                <a:solidFill>
                  <a:srgbClr val="FFFFFF"/>
                </a:solidFill>
                <a:highlight>
                  <a:srgbClr val="333333"/>
                </a:highlight>
                <a:latin typeface="Consolas"/>
                <a:ea typeface="Consolas"/>
                <a:cs typeface="Consolas"/>
                <a:sym typeface="Consolas"/>
              </a:rPr>
              <a:t>&gt;</a:t>
            </a:r>
            <a:r>
              <a:rPr lang="en-US" dirty="0"/>
              <a:t> - Create a directory</a:t>
            </a:r>
          </a:p>
          <a:p>
            <a:pPr marL="457200" lvl="0" indent="-317500">
              <a:lnSpc>
                <a:spcPct val="150000"/>
              </a:lnSpc>
              <a:spcBef>
                <a:spcPts val="0"/>
              </a:spcBef>
              <a:buSzPts val="1400"/>
              <a:buChar char="●"/>
            </a:pPr>
            <a:r>
              <a:rPr lang="en-US" sz="2400" dirty="0">
                <a:solidFill>
                  <a:srgbClr val="FFFFFF"/>
                </a:solidFill>
                <a:highlight>
                  <a:srgbClr val="333333"/>
                </a:highlight>
                <a:latin typeface="Consolas"/>
                <a:ea typeface="Consolas"/>
                <a:cs typeface="Consolas"/>
                <a:sym typeface="Consolas"/>
              </a:rPr>
              <a:t>exit </a:t>
            </a:r>
            <a:r>
              <a:rPr lang="en-US" dirty="0"/>
              <a:t> - Exit from a directory / SSH / Terminal</a:t>
            </a:r>
          </a:p>
          <a:p>
            <a:pPr marL="457200" lvl="0" indent="-317500">
              <a:lnSpc>
                <a:spcPct val="150000"/>
              </a:lnSpc>
              <a:spcBef>
                <a:spcPts val="0"/>
              </a:spcBef>
              <a:buSzPts val="1400"/>
              <a:buChar char="●"/>
            </a:pPr>
            <a:r>
              <a:rPr lang="en-US" sz="2400" dirty="0">
                <a:solidFill>
                  <a:srgbClr val="FFFFFF"/>
                </a:solidFill>
                <a:highlight>
                  <a:srgbClr val="333333"/>
                </a:highlight>
                <a:latin typeface="Consolas"/>
                <a:ea typeface="Consolas"/>
                <a:cs typeface="Consolas"/>
                <a:sym typeface="Consolas"/>
              </a:rPr>
              <a:t>mv &lt;file&gt; &lt;location&gt;</a:t>
            </a:r>
            <a:r>
              <a:rPr lang="en-US" dirty="0"/>
              <a:t> - Move file to location </a:t>
            </a:r>
          </a:p>
          <a:p>
            <a:endParaRPr lang="en-US" dirty="0"/>
          </a:p>
        </p:txBody>
      </p:sp>
      <p:sp>
        <p:nvSpPr>
          <p:cNvPr id="3" name="Title 2">
            <a:extLst>
              <a:ext uri="{FF2B5EF4-FFF2-40B4-BE49-F238E27FC236}">
                <a16:creationId xmlns:a16="http://schemas.microsoft.com/office/drawing/2014/main" id="{F46BD0A7-EBC0-52C8-4190-3CE0256D5B2E}"/>
              </a:ext>
            </a:extLst>
          </p:cNvPr>
          <p:cNvSpPr>
            <a:spLocks noGrp="1"/>
          </p:cNvSpPr>
          <p:nvPr>
            <p:ph type="title"/>
          </p:nvPr>
        </p:nvSpPr>
        <p:spPr/>
        <p:txBody>
          <a:bodyPr anchor="ctr">
            <a:normAutofit/>
          </a:bodyPr>
          <a:lstStyle/>
          <a:p>
            <a:r>
              <a:rPr lang="en-US" dirty="0"/>
              <a:t>Terminal/Bash</a:t>
            </a:r>
          </a:p>
        </p:txBody>
      </p:sp>
    </p:spTree>
    <p:extLst>
      <p:ext uri="{BB962C8B-B14F-4D97-AF65-F5344CB8AC3E}">
        <p14:creationId xmlns:p14="http://schemas.microsoft.com/office/powerpoint/2010/main" val="3040982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849927A2-5776-DA3F-37C3-1E6543774445}"/>
              </a:ext>
            </a:extLst>
          </p:cNvPr>
          <p:cNvSpPr/>
          <p:nvPr/>
        </p:nvSpPr>
        <p:spPr>
          <a:xfrm>
            <a:off x="175846" y="5716826"/>
            <a:ext cx="11673967" cy="1000055"/>
          </a:xfrm>
          <a:prstGeom prst="roundRect">
            <a:avLst>
              <a:gd name="adj" fmla="val 8091"/>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Google Shape;154;p15"/>
          <p:cNvSpPr txBox="1">
            <a:spLocks noGrp="1"/>
          </p:cNvSpPr>
          <p:nvPr>
            <p:ph idx="1"/>
          </p:nvPr>
        </p:nvSpPr>
        <p:spPr>
          <a:prstGeom prst="rect">
            <a:avLst/>
          </a:prstGeom>
          <a:noFill/>
          <a:ln>
            <a:noFill/>
          </a:ln>
        </p:spPr>
        <p:txBody>
          <a:bodyPr spcFirstLastPara="1" vert="horz" wrap="square" lIns="121900" tIns="121900" rIns="121900" bIns="121900" rtlCol="0" anchor="t" anchorCtr="0">
            <a:normAutofit/>
          </a:bodyPr>
          <a:lstStyle/>
          <a:p>
            <a:r>
              <a:rPr lang="en" sz="2000" dirty="0">
                <a:solidFill>
                  <a:srgbClr val="36344D"/>
                </a:solidFill>
              </a:rPr>
              <a:t>Command to log into server (no port fwd):  </a:t>
            </a:r>
            <a:r>
              <a:rPr lang="en" sz="1467" dirty="0">
                <a:solidFill>
                  <a:srgbClr val="FFFFFF"/>
                </a:solidFill>
                <a:highlight>
                  <a:srgbClr val="333333"/>
                </a:highlight>
                <a:latin typeface="Consolas"/>
                <a:ea typeface="Consolas"/>
                <a:cs typeface="Consolas"/>
                <a:sym typeface="Consolas"/>
              </a:rPr>
              <a:t> </a:t>
            </a:r>
            <a:r>
              <a:rPr lang="en" sz="1867" dirty="0">
                <a:solidFill>
                  <a:srgbClr val="FFFFFF"/>
                </a:solidFill>
                <a:highlight>
                  <a:srgbClr val="333333"/>
                </a:highlight>
                <a:latin typeface="Consolas"/>
                <a:ea typeface="Consolas"/>
                <a:cs typeface="Consolas"/>
                <a:sym typeface="Consolas"/>
              </a:rPr>
              <a:t>ssh {user}@{host}</a:t>
            </a:r>
            <a:r>
              <a:rPr lang="en" sz="1467" dirty="0">
                <a:solidFill>
                  <a:srgbClr val="FFFFFF"/>
                </a:solidFill>
                <a:highlight>
                  <a:srgbClr val="333333"/>
                </a:highlight>
                <a:latin typeface="Consolas"/>
                <a:ea typeface="Consolas"/>
                <a:cs typeface="Consolas"/>
                <a:sym typeface="Consolas"/>
              </a:rPr>
              <a:t>  </a:t>
            </a:r>
            <a:endParaRPr sz="2000" dirty="0">
              <a:solidFill>
                <a:srgbClr val="36344D"/>
              </a:solidFill>
              <a:highlight>
                <a:srgbClr val="FFFFFF"/>
              </a:highlight>
            </a:endParaRPr>
          </a:p>
          <a:p>
            <a:pPr lvl="1" indent="-431789">
              <a:buClr>
                <a:srgbClr val="36344D"/>
              </a:buClr>
              <a:buSzPts val="1500"/>
            </a:pPr>
            <a:r>
              <a:rPr lang="en" sz="2000" b="1" dirty="0">
                <a:solidFill>
                  <a:srgbClr val="36344D"/>
                </a:solidFill>
              </a:rPr>
              <a:t>{user}</a:t>
            </a:r>
            <a:r>
              <a:rPr lang="en" sz="2000" dirty="0">
                <a:solidFill>
                  <a:srgbClr val="36344D"/>
                </a:solidFill>
              </a:rPr>
              <a:t> - account you want to access</a:t>
            </a:r>
            <a:endParaRPr sz="2000" dirty="0">
              <a:solidFill>
                <a:srgbClr val="36344D"/>
              </a:solidFill>
            </a:endParaRPr>
          </a:p>
          <a:p>
            <a:pPr lvl="1" indent="-431789">
              <a:buClr>
                <a:srgbClr val="36344D"/>
              </a:buClr>
              <a:buSzPts val="1500"/>
            </a:pPr>
            <a:r>
              <a:rPr lang="en" sz="2000" b="1" dirty="0">
                <a:solidFill>
                  <a:srgbClr val="36344D"/>
                </a:solidFill>
              </a:rPr>
              <a:t>{host}</a:t>
            </a:r>
            <a:r>
              <a:rPr lang="en" sz="2000" dirty="0">
                <a:solidFill>
                  <a:srgbClr val="36344D"/>
                </a:solidFill>
              </a:rPr>
              <a:t> - Computer you want to access</a:t>
            </a:r>
            <a:endParaRPr sz="2000" dirty="0">
              <a:solidFill>
                <a:srgbClr val="36344D"/>
              </a:solidFill>
            </a:endParaRPr>
          </a:p>
          <a:p>
            <a:pPr marL="1219170" indent="0">
              <a:spcBef>
                <a:spcPts val="1600"/>
              </a:spcBef>
              <a:buNone/>
            </a:pPr>
            <a:endParaRPr sz="2000" dirty="0">
              <a:solidFill>
                <a:srgbClr val="36344D"/>
              </a:solidFill>
              <a:highlight>
                <a:srgbClr val="FFFFFF"/>
              </a:highlight>
            </a:endParaRPr>
          </a:p>
          <a:p>
            <a:pPr indent="-431789">
              <a:spcBef>
                <a:spcPts val="1600"/>
              </a:spcBef>
              <a:buClr>
                <a:srgbClr val="36344D"/>
              </a:buClr>
              <a:buSzPts val="1500"/>
            </a:pPr>
            <a:r>
              <a:rPr lang="en" sz="2000" dirty="0">
                <a:solidFill>
                  <a:srgbClr val="36344D"/>
                </a:solidFill>
              </a:rPr>
              <a:t>EEC 174 servers (equipped with NVIDIA GPUs)</a:t>
            </a:r>
            <a:endParaRPr sz="2000" dirty="0">
              <a:solidFill>
                <a:srgbClr val="36344D"/>
              </a:solidFill>
              <a:highlight>
                <a:srgbClr val="FFFFFF"/>
              </a:highlight>
            </a:endParaRPr>
          </a:p>
          <a:p>
            <a:pPr lvl="1" indent="-431789">
              <a:buClr>
                <a:srgbClr val="36344D"/>
              </a:buClr>
              <a:buSzPts val="1500"/>
            </a:pPr>
            <a:r>
              <a:rPr lang="en" sz="2000" b="1" dirty="0">
                <a:solidFill>
                  <a:srgbClr val="36344D"/>
                </a:solidFill>
              </a:rPr>
              <a:t>Kronos:</a:t>
            </a:r>
            <a:r>
              <a:rPr lang="en" sz="2000" dirty="0">
                <a:solidFill>
                  <a:srgbClr val="36344D"/>
                </a:solidFill>
              </a:rPr>
              <a:t> </a:t>
            </a:r>
            <a:r>
              <a:rPr lang="en" dirty="0">
                <a:solidFill>
                  <a:srgbClr val="FFFFFF"/>
                </a:solidFill>
                <a:highlight>
                  <a:srgbClr val="333333"/>
                </a:highlight>
                <a:latin typeface="Consolas"/>
                <a:ea typeface="Consolas"/>
                <a:cs typeface="Consolas"/>
                <a:sym typeface="Consolas"/>
              </a:rPr>
              <a:t>kronos.ece.ucdavis.edu</a:t>
            </a:r>
            <a:endParaRPr dirty="0">
              <a:solidFill>
                <a:srgbClr val="36344D"/>
              </a:solidFill>
              <a:highlight>
                <a:srgbClr val="FFFFFF"/>
              </a:highlight>
            </a:endParaRPr>
          </a:p>
          <a:p>
            <a:pPr lvl="1" indent="-431789">
              <a:buClr>
                <a:srgbClr val="36344D"/>
              </a:buClr>
              <a:buSzPts val="1500"/>
            </a:pPr>
            <a:r>
              <a:rPr lang="en" sz="2000" b="1" dirty="0">
                <a:solidFill>
                  <a:srgbClr val="36344D"/>
                </a:solidFill>
              </a:rPr>
              <a:t>Atlas:</a:t>
            </a:r>
            <a:r>
              <a:rPr lang="en" sz="2000" dirty="0">
                <a:solidFill>
                  <a:srgbClr val="36344D"/>
                </a:solidFill>
              </a:rPr>
              <a:t> </a:t>
            </a:r>
            <a:r>
              <a:rPr lang="en" dirty="0">
                <a:solidFill>
                  <a:srgbClr val="FFFFFF"/>
                </a:solidFill>
                <a:highlight>
                  <a:srgbClr val="333333"/>
                </a:highlight>
                <a:latin typeface="Consolas"/>
                <a:ea typeface="Consolas"/>
                <a:cs typeface="Consolas"/>
                <a:sym typeface="Consolas"/>
              </a:rPr>
              <a:t>atlas.ece.ucdavis.edu</a:t>
            </a:r>
            <a:endParaRPr dirty="0">
              <a:solidFill>
                <a:srgbClr val="36344D"/>
              </a:solidFill>
              <a:highlight>
                <a:srgbClr val="FFFFFF"/>
              </a:highlight>
            </a:endParaRPr>
          </a:p>
          <a:p>
            <a:pPr lvl="1" indent="-431789">
              <a:buClr>
                <a:srgbClr val="36344D"/>
              </a:buClr>
              <a:buSzPts val="1500"/>
            </a:pPr>
            <a:r>
              <a:rPr lang="en" sz="2000" b="1" dirty="0">
                <a:solidFill>
                  <a:srgbClr val="36344D"/>
                </a:solidFill>
              </a:rPr>
              <a:t>Hades:</a:t>
            </a:r>
            <a:r>
              <a:rPr lang="en" sz="2000" dirty="0">
                <a:solidFill>
                  <a:srgbClr val="36344D"/>
                </a:solidFill>
              </a:rPr>
              <a:t> </a:t>
            </a:r>
            <a:r>
              <a:rPr lang="en" sz="2000" dirty="0">
                <a:solidFill>
                  <a:srgbClr val="FFFFFF"/>
                </a:solidFill>
                <a:highlight>
                  <a:srgbClr val="333333"/>
                </a:highlight>
                <a:latin typeface="Consolas"/>
                <a:ea typeface="Consolas"/>
                <a:cs typeface="Consolas"/>
                <a:sym typeface="Consolas"/>
              </a:rPr>
              <a:t>hades.ece.ucdavis.edu</a:t>
            </a:r>
            <a:endParaRPr sz="2533" dirty="0">
              <a:solidFill>
                <a:srgbClr val="36344D"/>
              </a:solidFill>
              <a:highlight>
                <a:srgbClr val="FFFFFF"/>
              </a:highlight>
            </a:endParaRPr>
          </a:p>
          <a:p>
            <a:pPr indent="0">
              <a:spcBef>
                <a:spcPts val="1600"/>
              </a:spcBef>
              <a:buNone/>
            </a:pPr>
            <a:endParaRPr sz="2000" dirty="0">
              <a:solidFill>
                <a:srgbClr val="36344D"/>
              </a:solidFill>
              <a:highlight>
                <a:srgbClr val="FFFFFF"/>
              </a:highlight>
            </a:endParaRPr>
          </a:p>
          <a:p>
            <a:pPr marL="0" indent="0">
              <a:spcBef>
                <a:spcPts val="1600"/>
              </a:spcBef>
              <a:spcAft>
                <a:spcPts val="1600"/>
              </a:spcAft>
              <a:buNone/>
            </a:pPr>
            <a:endParaRPr sz="2000" dirty="0">
              <a:solidFill>
                <a:srgbClr val="36344D"/>
              </a:solidFill>
              <a:highlight>
                <a:srgbClr val="FFFFFF"/>
              </a:highlight>
            </a:endParaRPr>
          </a:p>
        </p:txBody>
      </p:sp>
      <p:sp>
        <p:nvSpPr>
          <p:cNvPr id="153" name="Google Shape;153;p15"/>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SSH - Secure Shell Protocol</a:t>
            </a:r>
            <a:endParaRPr/>
          </a:p>
        </p:txBody>
      </p:sp>
      <p:pic>
        <p:nvPicPr>
          <p:cNvPr id="155" name="Google Shape;155;p15"/>
          <p:cNvPicPr preferRelativeResize="0"/>
          <p:nvPr/>
        </p:nvPicPr>
        <p:blipFill rotWithShape="1">
          <a:blip r:embed="rId3">
            <a:alphaModFix/>
          </a:blip>
          <a:srcRect/>
          <a:stretch/>
        </p:blipFill>
        <p:spPr>
          <a:xfrm>
            <a:off x="5838092" y="3914525"/>
            <a:ext cx="6096000" cy="1802301"/>
          </a:xfrm>
          <a:prstGeom prst="rect">
            <a:avLst/>
          </a:prstGeom>
          <a:noFill/>
          <a:ln>
            <a:noFill/>
          </a:ln>
        </p:spPr>
      </p:pic>
      <p:sp>
        <p:nvSpPr>
          <p:cNvPr id="3" name="TextBox 2">
            <a:extLst>
              <a:ext uri="{FF2B5EF4-FFF2-40B4-BE49-F238E27FC236}">
                <a16:creationId xmlns:a16="http://schemas.microsoft.com/office/drawing/2014/main" id="{5FC81387-E313-D15E-3FC6-949EE42204DC}"/>
              </a:ext>
            </a:extLst>
          </p:cNvPr>
          <p:cNvSpPr txBox="1"/>
          <p:nvPr/>
        </p:nvSpPr>
        <p:spPr>
          <a:xfrm>
            <a:off x="6588370" y="2098432"/>
            <a:ext cx="6096000" cy="461665"/>
          </a:xfrm>
          <a:prstGeom prst="rect">
            <a:avLst/>
          </a:prstGeom>
          <a:noFill/>
        </p:spPr>
        <p:txBody>
          <a:bodyPr wrap="square">
            <a:spAutoFit/>
          </a:bodyPr>
          <a:lstStyle/>
          <a:p>
            <a:pPr lvl="1" indent="-431789">
              <a:buClr>
                <a:srgbClr val="36344D"/>
              </a:buClr>
              <a:buSzPts val="1500"/>
            </a:pPr>
            <a:r>
              <a:rPr lang="en-US" sz="2400" dirty="0">
                <a:solidFill>
                  <a:srgbClr val="FFFFFF"/>
                </a:solidFill>
                <a:highlight>
                  <a:srgbClr val="333333"/>
                </a:highlight>
                <a:latin typeface="Consolas"/>
                <a:ea typeface="Consolas"/>
                <a:cs typeface="Consolas"/>
                <a:sym typeface="Consolas"/>
              </a:rPr>
              <a:t>{server_name}.ece.ucdavis.edu</a:t>
            </a:r>
            <a:endParaRPr lang="en-US" sz="2400" dirty="0">
              <a:solidFill>
                <a:srgbClr val="36344D"/>
              </a:solidFill>
              <a:highlight>
                <a:srgbClr val="FFFFFF"/>
              </a:highlight>
            </a:endParaRPr>
          </a:p>
        </p:txBody>
      </p:sp>
      <p:cxnSp>
        <p:nvCxnSpPr>
          <p:cNvPr id="5" name="Straight Connector 4">
            <a:extLst>
              <a:ext uri="{FF2B5EF4-FFF2-40B4-BE49-F238E27FC236}">
                <a16:creationId xmlns:a16="http://schemas.microsoft.com/office/drawing/2014/main" id="{60FC1EA8-3B81-2B51-0AF4-5A19E883C6C4}"/>
              </a:ext>
            </a:extLst>
          </p:cNvPr>
          <p:cNvCxnSpPr>
            <a:cxnSpLocks/>
          </p:cNvCxnSpPr>
          <p:nvPr/>
        </p:nvCxnSpPr>
        <p:spPr>
          <a:xfrm>
            <a:off x="6705600" y="2560097"/>
            <a:ext cx="218049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992FB7F-F0B5-2DC0-5411-B4FB8BA74E78}"/>
              </a:ext>
            </a:extLst>
          </p:cNvPr>
          <p:cNvCxnSpPr>
            <a:cxnSpLocks/>
          </p:cNvCxnSpPr>
          <p:nvPr/>
        </p:nvCxnSpPr>
        <p:spPr>
          <a:xfrm>
            <a:off x="9730154" y="2560097"/>
            <a:ext cx="1918149"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7F4F8BF-0E22-6888-363F-C54869D90C70}"/>
              </a:ext>
            </a:extLst>
          </p:cNvPr>
          <p:cNvCxnSpPr>
            <a:cxnSpLocks/>
          </p:cNvCxnSpPr>
          <p:nvPr/>
        </p:nvCxnSpPr>
        <p:spPr>
          <a:xfrm>
            <a:off x="9042400" y="2560097"/>
            <a:ext cx="59397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22C1CCF-FBA1-7EAE-65A5-C0E5A0A2616A}"/>
              </a:ext>
            </a:extLst>
          </p:cNvPr>
          <p:cNvSpPr txBox="1"/>
          <p:nvPr/>
        </p:nvSpPr>
        <p:spPr>
          <a:xfrm>
            <a:off x="7985106" y="2574144"/>
            <a:ext cx="2497015" cy="369332"/>
          </a:xfrm>
          <a:prstGeom prst="rect">
            <a:avLst/>
          </a:prstGeom>
          <a:noFill/>
        </p:spPr>
        <p:txBody>
          <a:bodyPr wrap="square" rtlCol="0">
            <a:spAutoFit/>
          </a:bodyPr>
          <a:lstStyle/>
          <a:p>
            <a:r>
              <a:rPr lang="en-US" dirty="0">
                <a:solidFill>
                  <a:srgbClr val="FF0000"/>
                </a:solidFill>
              </a:rPr>
              <a:t>Subdomains</a:t>
            </a:r>
          </a:p>
        </p:txBody>
      </p:sp>
      <p:sp>
        <p:nvSpPr>
          <p:cNvPr id="19" name="TextBox 18">
            <a:extLst>
              <a:ext uri="{FF2B5EF4-FFF2-40B4-BE49-F238E27FC236}">
                <a16:creationId xmlns:a16="http://schemas.microsoft.com/office/drawing/2014/main" id="{D4DA3269-CE25-764A-F6B0-F87F804FE72C}"/>
              </a:ext>
            </a:extLst>
          </p:cNvPr>
          <p:cNvSpPr txBox="1"/>
          <p:nvPr/>
        </p:nvSpPr>
        <p:spPr>
          <a:xfrm>
            <a:off x="10187355" y="2574144"/>
            <a:ext cx="2497015" cy="369332"/>
          </a:xfrm>
          <a:prstGeom prst="rect">
            <a:avLst/>
          </a:prstGeom>
          <a:noFill/>
        </p:spPr>
        <p:txBody>
          <a:bodyPr wrap="square" rtlCol="0">
            <a:spAutoFit/>
          </a:bodyPr>
          <a:lstStyle/>
          <a:p>
            <a:r>
              <a:rPr lang="en-US" dirty="0">
                <a:solidFill>
                  <a:srgbClr val="00B0F0"/>
                </a:solidFill>
              </a:rPr>
              <a:t>Domain</a:t>
            </a:r>
          </a:p>
        </p:txBody>
      </p:sp>
      <p:sp>
        <p:nvSpPr>
          <p:cNvPr id="21" name="TextBox 20">
            <a:extLst>
              <a:ext uri="{FF2B5EF4-FFF2-40B4-BE49-F238E27FC236}">
                <a16:creationId xmlns:a16="http://schemas.microsoft.com/office/drawing/2014/main" id="{1D2DB04C-6AF4-E3B2-F552-F8E7AA69283F}"/>
              </a:ext>
            </a:extLst>
          </p:cNvPr>
          <p:cNvSpPr txBox="1"/>
          <p:nvPr/>
        </p:nvSpPr>
        <p:spPr>
          <a:xfrm>
            <a:off x="342187" y="5992711"/>
            <a:ext cx="6342184" cy="646331"/>
          </a:xfrm>
          <a:prstGeom prst="rect">
            <a:avLst/>
          </a:prstGeom>
          <a:noFill/>
        </p:spPr>
        <p:txBody>
          <a:bodyPr wrap="square">
            <a:spAutoFit/>
          </a:bodyPr>
          <a:lstStyle/>
          <a:p>
            <a:r>
              <a:rPr lang="en-US" dirty="0">
                <a:hlinkClick r:id="rId4"/>
              </a:rPr>
              <a:t>https://library.ucdavis.edu/vpn/</a:t>
            </a:r>
            <a:br>
              <a:rPr lang="en-US" dirty="0"/>
            </a:br>
            <a:endParaRPr lang="en-US" dirty="0"/>
          </a:p>
        </p:txBody>
      </p:sp>
      <p:sp>
        <p:nvSpPr>
          <p:cNvPr id="23" name="TextBox 22">
            <a:extLst>
              <a:ext uri="{FF2B5EF4-FFF2-40B4-BE49-F238E27FC236}">
                <a16:creationId xmlns:a16="http://schemas.microsoft.com/office/drawing/2014/main" id="{B4EEA83A-4E0A-89B6-9855-F8068E14FEED}"/>
              </a:ext>
            </a:extLst>
          </p:cNvPr>
          <p:cNvSpPr txBox="1"/>
          <p:nvPr/>
        </p:nvSpPr>
        <p:spPr>
          <a:xfrm>
            <a:off x="342187" y="6315877"/>
            <a:ext cx="11507626" cy="369332"/>
          </a:xfrm>
          <a:prstGeom prst="rect">
            <a:avLst/>
          </a:prstGeom>
          <a:noFill/>
        </p:spPr>
        <p:txBody>
          <a:bodyPr wrap="square">
            <a:spAutoFit/>
          </a:bodyPr>
          <a:lstStyle/>
          <a:p>
            <a:r>
              <a:rPr lang="en-US" dirty="0">
                <a:hlinkClick r:id="rId5"/>
              </a:rPr>
              <a:t>https://servicehub.ucdavis.edu/servicehub?id=ucd_kb_article&amp;sys_id=438313ea93829a1023bcbdc47aba1048&amp;spa=1</a:t>
            </a:r>
            <a:endParaRPr lang="en-US" dirty="0"/>
          </a:p>
        </p:txBody>
      </p:sp>
      <p:sp>
        <p:nvSpPr>
          <p:cNvPr id="26" name="Rectangle: Rounded Corners 25">
            <a:extLst>
              <a:ext uri="{FF2B5EF4-FFF2-40B4-BE49-F238E27FC236}">
                <a16:creationId xmlns:a16="http://schemas.microsoft.com/office/drawing/2014/main" id="{2B7D1B26-05CB-C5B2-86D5-54C5C5677DDD}"/>
              </a:ext>
            </a:extLst>
          </p:cNvPr>
          <p:cNvSpPr/>
          <p:nvPr/>
        </p:nvSpPr>
        <p:spPr>
          <a:xfrm>
            <a:off x="342187" y="5404338"/>
            <a:ext cx="2424459" cy="542206"/>
          </a:xfrm>
          <a:prstGeom prst="roundRect">
            <a:avLst>
              <a:gd name="adj" fmla="val 8091"/>
            </a:avLst>
          </a:prstGeom>
          <a:solidFill>
            <a:srgbClr val="0428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You’ll need a VPN!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16"/>
          <p:cNvSpPr txBox="1">
            <a:spLocks noGrp="1"/>
          </p:cNvSpPr>
          <p:nvPr>
            <p:ph idx="1"/>
          </p:nvPr>
        </p:nvSpPr>
        <p:spPr>
          <a:prstGeom prst="rect">
            <a:avLst/>
          </a:prstGeom>
          <a:noFill/>
          <a:ln>
            <a:noFill/>
          </a:ln>
        </p:spPr>
        <p:txBody>
          <a:bodyPr spcFirstLastPara="1" vert="horz" wrap="square" lIns="121900" tIns="121900" rIns="121900" bIns="121900" rtlCol="0" anchor="t" anchorCtr="0">
            <a:normAutofit/>
          </a:bodyPr>
          <a:lstStyle/>
          <a:p>
            <a:pPr>
              <a:buClr>
                <a:schemeClr val="dk1"/>
              </a:buClr>
            </a:pPr>
            <a:r>
              <a:rPr lang="en" sz="2000" dirty="0">
                <a:solidFill>
                  <a:srgbClr val="36344D"/>
                </a:solidFill>
              </a:rPr>
              <a:t>Tunneling application ports from the client machine to the server machine</a:t>
            </a:r>
            <a:endParaRPr sz="2000" dirty="0">
              <a:solidFill>
                <a:srgbClr val="36344D"/>
              </a:solidFill>
            </a:endParaRPr>
          </a:p>
          <a:p>
            <a:pPr indent="-431789">
              <a:buClr>
                <a:schemeClr val="dk1"/>
              </a:buClr>
              <a:buSzPts val="1500"/>
            </a:pPr>
            <a:r>
              <a:rPr lang="en" sz="2000" dirty="0">
                <a:solidFill>
                  <a:srgbClr val="36344D"/>
                </a:solidFill>
              </a:rPr>
              <a:t>General command:</a:t>
            </a:r>
            <a:endParaRPr sz="2000" dirty="0">
              <a:solidFill>
                <a:srgbClr val="36344D"/>
              </a:solidFill>
            </a:endParaRPr>
          </a:p>
          <a:p>
            <a:pPr marL="0" indent="0" algn="ctr">
              <a:spcBef>
                <a:spcPts val="1600"/>
              </a:spcBef>
              <a:buNone/>
            </a:pPr>
            <a:r>
              <a:rPr lang="en" sz="2000" dirty="0">
                <a:solidFill>
                  <a:srgbClr val="FFFFFF"/>
                </a:solidFill>
                <a:highlight>
                  <a:srgbClr val="333333"/>
                </a:highlight>
                <a:latin typeface="Consolas"/>
                <a:ea typeface="Consolas"/>
                <a:cs typeface="Consolas"/>
                <a:sym typeface="Consolas"/>
              </a:rPr>
              <a:t>ssh -L &lt;local_port_num&gt;:localhost:&lt;dest_port_num&gt; &lt;user&gt;@&lt;server_domain&gt;</a:t>
            </a:r>
            <a:endParaRPr sz="2000" dirty="0">
              <a:solidFill>
                <a:srgbClr val="FFFFFF"/>
              </a:solidFill>
              <a:highlight>
                <a:srgbClr val="333333"/>
              </a:highlight>
              <a:latin typeface="Consolas"/>
              <a:ea typeface="Consolas"/>
              <a:cs typeface="Consolas"/>
              <a:sym typeface="Consolas"/>
            </a:endParaRPr>
          </a:p>
          <a:p>
            <a:pPr marL="0" indent="0" algn="ctr">
              <a:buNone/>
            </a:pPr>
            <a:endParaRPr sz="1867" dirty="0">
              <a:solidFill>
                <a:srgbClr val="FFFFFF"/>
              </a:solidFill>
              <a:highlight>
                <a:srgbClr val="333333"/>
              </a:highlight>
              <a:latin typeface="Consolas"/>
              <a:ea typeface="Consolas"/>
              <a:cs typeface="Consolas"/>
              <a:sym typeface="Consolas"/>
            </a:endParaRPr>
          </a:p>
          <a:p>
            <a:pPr indent="0">
              <a:buNone/>
            </a:pPr>
            <a:r>
              <a:rPr lang="en" sz="2000" dirty="0">
                <a:solidFill>
                  <a:srgbClr val="36344D"/>
                </a:solidFill>
              </a:rPr>
              <a:t>Example:</a:t>
            </a:r>
            <a:endParaRPr sz="1867" dirty="0">
              <a:solidFill>
                <a:srgbClr val="FFFFFF"/>
              </a:solidFill>
              <a:highlight>
                <a:srgbClr val="333333"/>
              </a:highlight>
              <a:latin typeface="Consolas"/>
              <a:ea typeface="Consolas"/>
              <a:cs typeface="Consolas"/>
              <a:sym typeface="Consolas"/>
            </a:endParaRPr>
          </a:p>
          <a:p>
            <a:pPr marL="0" indent="0" algn="ctr">
              <a:buNone/>
            </a:pPr>
            <a:r>
              <a:rPr lang="en" sz="2133" dirty="0">
                <a:solidFill>
                  <a:srgbClr val="FFFFFF"/>
                </a:solidFill>
                <a:highlight>
                  <a:srgbClr val="333333"/>
                </a:highlight>
                <a:latin typeface="Consolas"/>
                <a:ea typeface="Consolas"/>
                <a:cs typeface="Consolas"/>
                <a:sym typeface="Consolas"/>
              </a:rPr>
              <a:t>ssh -L 8080:localhost:8773 yai2@hades.ece.ucdavis.edu</a:t>
            </a:r>
            <a:endParaRPr sz="2133" dirty="0">
              <a:solidFill>
                <a:srgbClr val="FFFFFF"/>
              </a:solidFill>
              <a:highlight>
                <a:srgbClr val="333333"/>
              </a:highlight>
              <a:latin typeface="Consolas"/>
              <a:ea typeface="Consolas"/>
              <a:cs typeface="Consolas"/>
              <a:sym typeface="Consolas"/>
            </a:endParaRPr>
          </a:p>
          <a:p>
            <a:pPr marL="0" indent="0" algn="ctr">
              <a:buNone/>
            </a:pPr>
            <a:endParaRPr sz="2000" dirty="0">
              <a:solidFill>
                <a:srgbClr val="FFFFFF"/>
              </a:solidFill>
              <a:highlight>
                <a:srgbClr val="333333"/>
              </a:highlight>
              <a:latin typeface="Consolas"/>
              <a:ea typeface="Consolas"/>
              <a:cs typeface="Consolas"/>
              <a:sym typeface="Consolas"/>
            </a:endParaRPr>
          </a:p>
          <a:p>
            <a:pPr indent="-431789">
              <a:buClr>
                <a:schemeClr val="dk1"/>
              </a:buClr>
              <a:buSzPts val="1500"/>
            </a:pPr>
            <a:r>
              <a:rPr lang="en" sz="2133" dirty="0">
                <a:solidFill>
                  <a:srgbClr val="FFFFFF"/>
                </a:solidFill>
                <a:highlight>
                  <a:srgbClr val="333333"/>
                </a:highlight>
                <a:latin typeface="Consolas"/>
                <a:ea typeface="Consolas"/>
                <a:cs typeface="Consolas"/>
                <a:sym typeface="Consolas"/>
              </a:rPr>
              <a:t>-L</a:t>
            </a:r>
            <a:r>
              <a:rPr lang="en" sz="2000" dirty="0">
                <a:solidFill>
                  <a:srgbClr val="36344D"/>
                </a:solidFill>
              </a:rPr>
              <a:t> flag to perform local forwarding</a:t>
            </a:r>
            <a:endParaRPr sz="2000" dirty="0">
              <a:solidFill>
                <a:srgbClr val="36344D"/>
              </a:solidFill>
            </a:endParaRPr>
          </a:p>
          <a:p>
            <a:pPr indent="-431789">
              <a:buClr>
                <a:schemeClr val="dk1"/>
              </a:buClr>
              <a:buSzPts val="1500"/>
            </a:pPr>
            <a:r>
              <a:rPr lang="en" sz="2000" dirty="0">
                <a:solidFill>
                  <a:srgbClr val="36344D"/>
                </a:solidFill>
              </a:rPr>
              <a:t>Port number - logical address of each application/process that uses network or the Internet to communicate</a:t>
            </a:r>
            <a:endParaRPr sz="2000" dirty="0">
              <a:solidFill>
                <a:srgbClr val="36344D"/>
              </a:solidFill>
            </a:endParaRPr>
          </a:p>
          <a:p>
            <a:pPr lvl="1" indent="-431789">
              <a:buClr>
                <a:srgbClr val="36344D"/>
              </a:buClr>
              <a:buSzPts val="1500"/>
            </a:pPr>
            <a:r>
              <a:rPr lang="en" sz="2000" dirty="0">
                <a:solidFill>
                  <a:srgbClr val="36344D"/>
                </a:solidFill>
              </a:rPr>
              <a:t>Using port number 8080      </a:t>
            </a:r>
            <a:r>
              <a:rPr lang="en" sz="2133" dirty="0">
                <a:solidFill>
                  <a:srgbClr val="FFFFFF"/>
                </a:solidFill>
                <a:highlight>
                  <a:srgbClr val="333333"/>
                </a:highlight>
                <a:latin typeface="Consolas"/>
                <a:ea typeface="Consolas"/>
                <a:cs typeface="Consolas"/>
                <a:sym typeface="Consolas"/>
              </a:rPr>
              <a:t>8080:localhost:{assigned_port} </a:t>
            </a:r>
            <a:endParaRPr sz="2133" dirty="0">
              <a:solidFill>
                <a:srgbClr val="FFFFFF"/>
              </a:solidFill>
              <a:highlight>
                <a:srgbClr val="333333"/>
              </a:highlight>
              <a:latin typeface="Consolas"/>
              <a:ea typeface="Consolas"/>
              <a:cs typeface="Consolas"/>
              <a:sym typeface="Consolas"/>
            </a:endParaRPr>
          </a:p>
          <a:p>
            <a:pPr lvl="1" indent="-431789">
              <a:buClr>
                <a:schemeClr val="dk1"/>
              </a:buClr>
              <a:buSzPts val="1500"/>
            </a:pPr>
            <a:r>
              <a:rPr lang="en" sz="2000" b="1" dirty="0">
                <a:solidFill>
                  <a:srgbClr val="36344D"/>
                </a:solidFill>
              </a:rPr>
              <a:t>Use your Assigned Port Numbers</a:t>
            </a:r>
            <a:endParaRPr sz="2000" b="1" dirty="0">
              <a:solidFill>
                <a:schemeClr val="dk1"/>
              </a:solidFill>
              <a:highlight>
                <a:srgbClr val="FFFFFF"/>
              </a:highlight>
            </a:endParaRPr>
          </a:p>
        </p:txBody>
      </p:sp>
      <p:sp>
        <p:nvSpPr>
          <p:cNvPr id="160" name="Google Shape;160;p16"/>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SSH - Port Bindings / Forwarding</a:t>
            </a:r>
            <a:endParaRPr/>
          </a:p>
        </p:txBody>
      </p:sp>
      <p:cxnSp>
        <p:nvCxnSpPr>
          <p:cNvPr id="162" name="Google Shape;162;p16"/>
          <p:cNvCxnSpPr/>
          <p:nvPr/>
        </p:nvCxnSpPr>
        <p:spPr>
          <a:xfrm>
            <a:off x="4555133" y="5643300"/>
            <a:ext cx="265600" cy="0"/>
          </a:xfrm>
          <a:prstGeom prst="straightConnector1">
            <a:avLst/>
          </a:prstGeom>
          <a:noFill/>
          <a:ln w="9525" cap="flat" cmpd="sng">
            <a:solidFill>
              <a:schemeClr val="dk1"/>
            </a:solidFill>
            <a:prstDash val="solid"/>
            <a:round/>
            <a:headEnd type="none" w="sm" len="sm"/>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17"/>
          <p:cNvSpPr txBox="1">
            <a:spLocks noGrp="1"/>
          </p:cNvSpPr>
          <p:nvPr>
            <p:ph idx="1"/>
          </p:nvPr>
        </p:nvSpPr>
        <p:spPr>
          <a:prstGeom prst="rect">
            <a:avLst/>
          </a:prstGeom>
          <a:noFill/>
          <a:ln>
            <a:noFill/>
          </a:ln>
        </p:spPr>
        <p:txBody>
          <a:bodyPr spcFirstLastPara="1" vert="horz" wrap="square" lIns="121900" tIns="121900" rIns="121900" bIns="121900" rtlCol="0" anchor="t" anchorCtr="0">
            <a:normAutofit fontScale="77500" lnSpcReduction="20000"/>
          </a:bodyPr>
          <a:lstStyle/>
          <a:p>
            <a:pPr>
              <a:lnSpc>
                <a:spcPct val="150000"/>
              </a:lnSpc>
              <a:buClr>
                <a:schemeClr val="dk1"/>
              </a:buClr>
            </a:pPr>
            <a:r>
              <a:rPr lang="en" dirty="0">
                <a:solidFill>
                  <a:schemeClr val="dk1"/>
                </a:solidFill>
              </a:rPr>
              <a:t>Git</a:t>
            </a:r>
            <a:endParaRPr dirty="0">
              <a:solidFill>
                <a:schemeClr val="dk1"/>
              </a:solidFill>
            </a:endParaRPr>
          </a:p>
          <a:p>
            <a:pPr lvl="1" indent="-406390">
              <a:lnSpc>
                <a:spcPct val="150000"/>
              </a:lnSpc>
              <a:buClr>
                <a:schemeClr val="dk1"/>
              </a:buClr>
              <a:buSzPts val="1200"/>
            </a:pPr>
            <a:r>
              <a:rPr lang="en" sz="2133" dirty="0">
                <a:solidFill>
                  <a:schemeClr val="dk1"/>
                </a:solidFill>
              </a:rPr>
              <a:t>Version control - track changes</a:t>
            </a:r>
            <a:endParaRPr sz="2133" dirty="0">
              <a:solidFill>
                <a:schemeClr val="dk1"/>
              </a:solidFill>
            </a:endParaRPr>
          </a:p>
          <a:p>
            <a:pPr lvl="1" indent="-406390">
              <a:lnSpc>
                <a:spcPct val="150000"/>
              </a:lnSpc>
              <a:buClr>
                <a:schemeClr val="dk1"/>
              </a:buClr>
              <a:buSzPts val="1200"/>
            </a:pPr>
            <a:r>
              <a:rPr lang="en" sz="2133" dirty="0">
                <a:solidFill>
                  <a:schemeClr val="dk1"/>
                </a:solidFill>
              </a:rPr>
              <a:t>Non-linear development</a:t>
            </a:r>
            <a:endParaRPr sz="2133" dirty="0">
              <a:solidFill>
                <a:schemeClr val="dk1"/>
              </a:solidFill>
            </a:endParaRPr>
          </a:p>
          <a:p>
            <a:pPr>
              <a:lnSpc>
                <a:spcPct val="150000"/>
              </a:lnSpc>
              <a:buClr>
                <a:schemeClr val="dk1"/>
              </a:buClr>
            </a:pPr>
            <a:r>
              <a:rPr lang="en" dirty="0">
                <a:solidFill>
                  <a:schemeClr val="dk1"/>
                </a:solidFill>
              </a:rPr>
              <a:t>Github - Cloud based git repository</a:t>
            </a:r>
            <a:endParaRPr dirty="0">
              <a:solidFill>
                <a:schemeClr val="dk1"/>
              </a:solidFill>
            </a:endParaRPr>
          </a:p>
          <a:p>
            <a:pPr lvl="1" indent="-406390">
              <a:lnSpc>
                <a:spcPct val="150000"/>
              </a:lnSpc>
              <a:buClr>
                <a:schemeClr val="dk1"/>
              </a:buClr>
              <a:buSzPts val="1200"/>
            </a:pPr>
            <a:r>
              <a:rPr lang="en" sz="2133" dirty="0">
                <a:solidFill>
                  <a:schemeClr val="dk1"/>
                </a:solidFill>
              </a:rPr>
              <a:t>Git repository hosting service - not the same as Git!</a:t>
            </a:r>
            <a:endParaRPr sz="2133" dirty="0">
              <a:solidFill>
                <a:schemeClr val="dk1"/>
              </a:solidFill>
            </a:endParaRPr>
          </a:p>
          <a:p>
            <a:pPr indent="-440256">
              <a:lnSpc>
                <a:spcPct val="150000"/>
              </a:lnSpc>
              <a:buClr>
                <a:schemeClr val="dk1"/>
              </a:buClr>
              <a:buSzPts val="1600"/>
            </a:pPr>
            <a:r>
              <a:rPr lang="en" b="1" dirty="0">
                <a:solidFill>
                  <a:schemeClr val="dk1"/>
                </a:solidFill>
              </a:rPr>
              <a:t>All Lab submissions are on </a:t>
            </a:r>
            <a:r>
              <a:rPr lang="en-US" b="1" dirty="0">
                <a:solidFill>
                  <a:schemeClr val="dk1"/>
                </a:solidFill>
              </a:rPr>
              <a:t>Canvas</a:t>
            </a:r>
            <a:endParaRPr sz="2133" b="1" dirty="0">
              <a:solidFill>
                <a:schemeClr val="dk1"/>
              </a:solidFill>
            </a:endParaRPr>
          </a:p>
          <a:p>
            <a:pPr>
              <a:lnSpc>
                <a:spcPct val="150000"/>
              </a:lnSpc>
              <a:buClr>
                <a:schemeClr val="dk1"/>
              </a:buClr>
            </a:pPr>
            <a:r>
              <a:rPr lang="en" dirty="0">
                <a:solidFill>
                  <a:schemeClr val="dk1"/>
                </a:solidFill>
              </a:rPr>
              <a:t>Configure your git on the servers by entering these commands:</a:t>
            </a:r>
            <a:endParaRPr dirty="0">
              <a:solidFill>
                <a:schemeClr val="dk1"/>
              </a:solidFill>
            </a:endParaRPr>
          </a:p>
          <a:p>
            <a:pPr marL="0" indent="0" algn="ctr">
              <a:spcBef>
                <a:spcPts val="1600"/>
              </a:spcBef>
              <a:buClr>
                <a:schemeClr val="dk1"/>
              </a:buClr>
              <a:buSzPts val="1100"/>
              <a:buNone/>
            </a:pPr>
            <a:r>
              <a:rPr lang="en" sz="2000" dirty="0">
                <a:solidFill>
                  <a:schemeClr val="lt1"/>
                </a:solidFill>
                <a:highlight>
                  <a:srgbClr val="333333"/>
                </a:highlight>
                <a:latin typeface="Consolas"/>
                <a:ea typeface="Consolas"/>
                <a:cs typeface="Consolas"/>
                <a:sym typeface="Consolas"/>
              </a:rPr>
              <a:t>git config --global user.name &lt;your Github username&gt;</a:t>
            </a:r>
            <a:endParaRPr sz="2000" dirty="0">
              <a:solidFill>
                <a:schemeClr val="lt1"/>
              </a:solidFill>
              <a:highlight>
                <a:srgbClr val="333333"/>
              </a:highlight>
              <a:latin typeface="Consolas"/>
              <a:ea typeface="Consolas"/>
              <a:cs typeface="Consolas"/>
              <a:sym typeface="Consolas"/>
            </a:endParaRPr>
          </a:p>
          <a:p>
            <a:pPr marL="0" indent="0" algn="ctr">
              <a:buClr>
                <a:schemeClr val="dk1"/>
              </a:buClr>
              <a:buSzPts val="1100"/>
              <a:buNone/>
            </a:pPr>
            <a:r>
              <a:rPr lang="en" sz="2000" dirty="0">
                <a:solidFill>
                  <a:schemeClr val="lt1"/>
                </a:solidFill>
                <a:highlight>
                  <a:srgbClr val="333333"/>
                </a:highlight>
                <a:latin typeface="Consolas"/>
                <a:ea typeface="Consolas"/>
                <a:cs typeface="Consolas"/>
                <a:sym typeface="Consolas"/>
              </a:rPr>
              <a:t>git config --global user.email &lt;your Github email&gt;</a:t>
            </a:r>
            <a:endParaRPr sz="2000" dirty="0">
              <a:solidFill>
                <a:schemeClr val="lt1"/>
              </a:solidFill>
              <a:highlight>
                <a:srgbClr val="333333"/>
              </a:highlight>
              <a:latin typeface="Consolas"/>
              <a:ea typeface="Consolas"/>
              <a:cs typeface="Consolas"/>
              <a:sym typeface="Consolas"/>
            </a:endParaRPr>
          </a:p>
          <a:p>
            <a:pPr marL="0" indent="0" algn="ctr">
              <a:buClr>
                <a:schemeClr val="dk1"/>
              </a:buClr>
              <a:buSzPts val="1100"/>
              <a:buNone/>
            </a:pPr>
            <a:endParaRPr sz="2000" dirty="0">
              <a:solidFill>
                <a:schemeClr val="lt1"/>
              </a:solidFill>
              <a:highlight>
                <a:srgbClr val="333333"/>
              </a:highlight>
              <a:latin typeface="Consolas"/>
              <a:ea typeface="Consolas"/>
              <a:cs typeface="Consolas"/>
              <a:sym typeface="Consolas"/>
            </a:endParaRPr>
          </a:p>
          <a:p>
            <a:pPr marL="0" indent="0">
              <a:buClr>
                <a:schemeClr val="dk1"/>
              </a:buClr>
              <a:buSzPts val="1100"/>
              <a:buNone/>
            </a:pPr>
            <a:r>
              <a:rPr lang="en" sz="1733" dirty="0">
                <a:solidFill>
                  <a:srgbClr val="9E9E9E"/>
                </a:solidFill>
                <a:latin typeface="Consolas"/>
                <a:ea typeface="Consolas"/>
                <a:cs typeface="Consolas"/>
                <a:sym typeface="Consolas"/>
              </a:rPr>
              <a:t>Note: If you enable email privacy settings in Github, use dummy email provided</a:t>
            </a:r>
            <a:endParaRPr sz="1733" dirty="0">
              <a:solidFill>
                <a:srgbClr val="9E9E9E"/>
              </a:solidFill>
              <a:latin typeface="Consolas"/>
              <a:ea typeface="Consolas"/>
              <a:cs typeface="Consolas"/>
              <a:sym typeface="Consolas"/>
            </a:endParaRPr>
          </a:p>
        </p:txBody>
      </p:sp>
      <p:sp>
        <p:nvSpPr>
          <p:cNvPr id="167" name="Google Shape;167;p17"/>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Git &amp; Github</a:t>
            </a:r>
            <a:endParaRPr/>
          </a:p>
        </p:txBody>
      </p:sp>
      <p:pic>
        <p:nvPicPr>
          <p:cNvPr id="169" name="Google Shape;169;p17"/>
          <p:cNvPicPr preferRelativeResize="0"/>
          <p:nvPr/>
        </p:nvPicPr>
        <p:blipFill rotWithShape="1">
          <a:blip r:embed="rId3">
            <a:alphaModFix/>
          </a:blip>
          <a:srcRect/>
          <a:stretch/>
        </p:blipFill>
        <p:spPr>
          <a:xfrm>
            <a:off x="10829436" y="1292715"/>
            <a:ext cx="989167" cy="98916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5" name="Google Shape;175;p18"/>
          <p:cNvSpPr txBox="1">
            <a:spLocks noGrp="1"/>
          </p:cNvSpPr>
          <p:nvPr>
            <p:ph idx="1"/>
          </p:nvPr>
        </p:nvSpPr>
        <p:spPr>
          <a:xfrm>
            <a:off x="543697" y="1238373"/>
            <a:ext cx="5141067" cy="5267935"/>
          </a:xfrm>
          <a:prstGeom prst="rect">
            <a:avLst/>
          </a:prstGeom>
          <a:noFill/>
          <a:ln>
            <a:noFill/>
          </a:ln>
        </p:spPr>
        <p:txBody>
          <a:bodyPr spcFirstLastPara="1" vert="horz" wrap="square" lIns="121900" tIns="121900" rIns="121900" bIns="121900" rtlCol="0" anchor="t" anchorCtr="0">
            <a:normAutofit fontScale="92500" lnSpcReduction="20000"/>
          </a:bodyPr>
          <a:lstStyle/>
          <a:p>
            <a:pPr marL="0" indent="0">
              <a:buSzPct val="100000"/>
              <a:buNone/>
            </a:pPr>
            <a:r>
              <a:rPr lang="en" dirty="0">
                <a:solidFill>
                  <a:schemeClr val="dk1"/>
                </a:solidFill>
              </a:rPr>
              <a:t>Clone Repo:</a:t>
            </a:r>
            <a:endParaRPr dirty="0"/>
          </a:p>
          <a:p>
            <a:pPr marL="0" indent="0">
              <a:spcBef>
                <a:spcPts val="1600"/>
              </a:spcBef>
              <a:buClr>
                <a:schemeClr val="dk1"/>
              </a:buClr>
              <a:buSzPct val="68750"/>
              <a:buNone/>
            </a:pPr>
            <a:r>
              <a:rPr lang="en" sz="2133" dirty="0">
                <a:solidFill>
                  <a:schemeClr val="lt1"/>
                </a:solidFill>
                <a:highlight>
                  <a:srgbClr val="333333"/>
                </a:highlight>
                <a:latin typeface="Consolas"/>
                <a:ea typeface="Consolas"/>
                <a:cs typeface="Consolas"/>
                <a:sym typeface="Consolas"/>
              </a:rPr>
              <a:t>git clone &lt;github_url&gt;</a:t>
            </a:r>
            <a:endParaRPr dirty="0"/>
          </a:p>
          <a:p>
            <a:pPr marL="0" indent="0">
              <a:spcBef>
                <a:spcPts val="1600"/>
              </a:spcBef>
              <a:buSzPct val="100000"/>
              <a:buNone/>
            </a:pPr>
            <a:r>
              <a:rPr lang="en" dirty="0">
                <a:solidFill>
                  <a:schemeClr val="dk1"/>
                </a:solidFill>
              </a:rPr>
              <a:t>To commit your code:</a:t>
            </a:r>
            <a:endParaRPr dirty="0"/>
          </a:p>
          <a:p>
            <a:pPr marL="0" indent="0">
              <a:spcBef>
                <a:spcPts val="1600"/>
              </a:spcBef>
              <a:buSzPct val="112500"/>
              <a:buNone/>
            </a:pPr>
            <a:r>
              <a:rPr lang="en" sz="2133" dirty="0">
                <a:solidFill>
                  <a:schemeClr val="lt1"/>
                </a:solidFill>
                <a:highlight>
                  <a:srgbClr val="333333"/>
                </a:highlight>
                <a:latin typeface="Consolas"/>
                <a:ea typeface="Consolas"/>
                <a:cs typeface="Consolas"/>
                <a:sym typeface="Consolas"/>
              </a:rPr>
              <a:t>git add &lt;file/files&gt;</a:t>
            </a:r>
            <a:endParaRPr sz="2133" dirty="0">
              <a:solidFill>
                <a:schemeClr val="lt1"/>
              </a:solidFill>
              <a:highlight>
                <a:srgbClr val="333333"/>
              </a:highlight>
              <a:latin typeface="Consolas"/>
              <a:ea typeface="Consolas"/>
              <a:cs typeface="Consolas"/>
              <a:sym typeface="Consolas"/>
            </a:endParaRPr>
          </a:p>
          <a:p>
            <a:pPr marL="0" indent="0">
              <a:spcBef>
                <a:spcPts val="1600"/>
              </a:spcBef>
              <a:buSzPct val="112500"/>
              <a:buNone/>
            </a:pPr>
            <a:r>
              <a:rPr lang="en" sz="2133" dirty="0">
                <a:solidFill>
                  <a:schemeClr val="lt1"/>
                </a:solidFill>
                <a:highlight>
                  <a:srgbClr val="333333"/>
                </a:highlight>
                <a:latin typeface="Consolas"/>
                <a:ea typeface="Consolas"/>
                <a:cs typeface="Consolas"/>
                <a:sym typeface="Consolas"/>
              </a:rPr>
              <a:t>git commit -m “commit message”</a:t>
            </a:r>
            <a:endParaRPr sz="2133" dirty="0">
              <a:solidFill>
                <a:schemeClr val="lt1"/>
              </a:solidFill>
              <a:highlight>
                <a:srgbClr val="333333"/>
              </a:highlight>
              <a:latin typeface="Consolas"/>
              <a:ea typeface="Consolas"/>
              <a:cs typeface="Consolas"/>
              <a:sym typeface="Consolas"/>
            </a:endParaRPr>
          </a:p>
          <a:p>
            <a:pPr marL="0" indent="0">
              <a:spcBef>
                <a:spcPts val="1600"/>
              </a:spcBef>
              <a:buSzPct val="112500"/>
              <a:buNone/>
            </a:pPr>
            <a:r>
              <a:rPr lang="en" sz="2133" dirty="0">
                <a:solidFill>
                  <a:schemeClr val="lt1"/>
                </a:solidFill>
                <a:highlight>
                  <a:srgbClr val="333333"/>
                </a:highlight>
                <a:latin typeface="Consolas"/>
                <a:ea typeface="Consolas"/>
                <a:cs typeface="Consolas"/>
                <a:sym typeface="Consolas"/>
              </a:rPr>
              <a:t>git push origin main</a:t>
            </a:r>
            <a:endParaRPr sz="2133" dirty="0">
              <a:solidFill>
                <a:schemeClr val="lt1"/>
              </a:solidFill>
              <a:highlight>
                <a:srgbClr val="333333"/>
              </a:highlight>
              <a:latin typeface="Consolas"/>
              <a:ea typeface="Consolas"/>
              <a:cs typeface="Consolas"/>
              <a:sym typeface="Consolas"/>
            </a:endParaRPr>
          </a:p>
          <a:p>
            <a:pPr marL="0" indent="0">
              <a:spcBef>
                <a:spcPts val="1600"/>
              </a:spcBef>
              <a:buSzPct val="112500"/>
              <a:buNone/>
            </a:pPr>
            <a:r>
              <a:rPr lang="en" sz="2133" dirty="0">
                <a:solidFill>
                  <a:schemeClr val="lt1"/>
                </a:solidFill>
                <a:highlight>
                  <a:srgbClr val="333333"/>
                </a:highlight>
                <a:latin typeface="Consolas"/>
                <a:ea typeface="Consolas"/>
                <a:cs typeface="Consolas"/>
                <a:sym typeface="Consolas"/>
              </a:rPr>
              <a:t> or master </a:t>
            </a:r>
            <a:endParaRPr lang="en-US" dirty="0"/>
          </a:p>
          <a:p>
            <a:pPr marL="0" indent="0">
              <a:spcBef>
                <a:spcPts val="1600"/>
              </a:spcBef>
              <a:spcAft>
                <a:spcPts val="1600"/>
              </a:spcAft>
              <a:buSzPct val="100000"/>
              <a:buNone/>
            </a:pPr>
            <a:r>
              <a:rPr lang="en" b="1" dirty="0">
                <a:solidFill>
                  <a:schemeClr val="dk1"/>
                </a:solidFill>
              </a:rPr>
              <a:t>Authentication: </a:t>
            </a:r>
            <a:br>
              <a:rPr lang="en" b="1" dirty="0">
                <a:solidFill>
                  <a:schemeClr val="dk1"/>
                </a:solidFill>
              </a:rPr>
            </a:br>
            <a:r>
              <a:rPr lang="en" b="1" dirty="0">
                <a:solidFill>
                  <a:schemeClr val="dk1"/>
                </a:solidFill>
              </a:rPr>
              <a:t>Personal Access Token</a:t>
            </a:r>
          </a:p>
          <a:p>
            <a:pPr marL="0" indent="0">
              <a:spcBef>
                <a:spcPts val="1600"/>
              </a:spcBef>
              <a:spcAft>
                <a:spcPts val="1600"/>
              </a:spcAft>
              <a:buSzPct val="100000"/>
              <a:buNone/>
            </a:pPr>
            <a:r>
              <a:rPr lang="en" b="1" dirty="0">
                <a:solidFill>
                  <a:schemeClr val="dk1"/>
                </a:solidFill>
              </a:rPr>
              <a:t>Practice with: </a:t>
            </a:r>
            <a:r>
              <a:rPr lang="en-US" dirty="0">
                <a:hlinkClick r:id="rId3"/>
              </a:rPr>
              <a:t>https://learngitbranching.js.org/</a:t>
            </a:r>
            <a:endParaRPr b="1" dirty="0"/>
          </a:p>
        </p:txBody>
      </p:sp>
      <p:sp>
        <p:nvSpPr>
          <p:cNvPr id="174" name="Google Shape;174;p18"/>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Git - Basics</a:t>
            </a:r>
            <a:endParaRPr/>
          </a:p>
        </p:txBody>
      </p:sp>
      <p:pic>
        <p:nvPicPr>
          <p:cNvPr id="176" name="Google Shape;176;p18"/>
          <p:cNvPicPr preferRelativeResize="0"/>
          <p:nvPr/>
        </p:nvPicPr>
        <p:blipFill rotWithShape="1">
          <a:blip r:embed="rId4">
            <a:alphaModFix/>
          </a:blip>
          <a:srcRect/>
          <a:stretch/>
        </p:blipFill>
        <p:spPr>
          <a:xfrm>
            <a:off x="5286180" y="1238373"/>
            <a:ext cx="6507235" cy="550103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19"/>
          <p:cNvSpPr txBox="1">
            <a:spLocks noGrp="1"/>
          </p:cNvSpPr>
          <p:nvPr>
            <p:ph idx="1"/>
          </p:nvPr>
        </p:nvSpPr>
        <p:spPr>
          <a:xfrm>
            <a:off x="543697" y="1238373"/>
            <a:ext cx="5063069" cy="5016843"/>
          </a:xfrm>
          <a:prstGeom prst="rect">
            <a:avLst/>
          </a:prstGeom>
          <a:noFill/>
          <a:ln>
            <a:noFill/>
          </a:ln>
        </p:spPr>
        <p:txBody>
          <a:bodyPr spcFirstLastPara="1" vert="horz" wrap="square" lIns="121900" tIns="121900" rIns="121900" bIns="121900" rtlCol="0" anchor="t" anchorCtr="0">
            <a:normAutofit fontScale="62500" lnSpcReduction="20000"/>
          </a:bodyPr>
          <a:lstStyle/>
          <a:p>
            <a:pPr>
              <a:lnSpc>
                <a:spcPct val="150000"/>
              </a:lnSpc>
              <a:buClr>
                <a:schemeClr val="dk1"/>
              </a:buClr>
            </a:pPr>
            <a:r>
              <a:rPr lang="en" dirty="0">
                <a:solidFill>
                  <a:schemeClr val="dk1"/>
                </a:solidFill>
              </a:rPr>
              <a:t>What is docker?</a:t>
            </a:r>
            <a:endParaRPr dirty="0">
              <a:solidFill>
                <a:schemeClr val="dk1"/>
              </a:solidFill>
            </a:endParaRPr>
          </a:p>
          <a:p>
            <a:pPr lvl="1">
              <a:lnSpc>
                <a:spcPct val="150000"/>
              </a:lnSpc>
              <a:buClr>
                <a:schemeClr val="dk1"/>
              </a:buClr>
            </a:pPr>
            <a:r>
              <a:rPr lang="en" dirty="0">
                <a:solidFill>
                  <a:schemeClr val="dk1"/>
                </a:solidFill>
              </a:rPr>
              <a:t>OS-level virtualization</a:t>
            </a:r>
            <a:endParaRPr dirty="0">
              <a:solidFill>
                <a:schemeClr val="dk1"/>
              </a:solidFill>
            </a:endParaRPr>
          </a:p>
          <a:p>
            <a:pPr lvl="1">
              <a:lnSpc>
                <a:spcPct val="150000"/>
              </a:lnSpc>
              <a:buClr>
                <a:schemeClr val="dk1"/>
              </a:buClr>
            </a:pPr>
            <a:r>
              <a:rPr lang="en" dirty="0">
                <a:solidFill>
                  <a:schemeClr val="dk1"/>
                </a:solidFill>
              </a:rPr>
              <a:t>Code compatibility between different systems and libraries</a:t>
            </a:r>
            <a:endParaRPr dirty="0">
              <a:solidFill>
                <a:schemeClr val="dk1"/>
              </a:solidFill>
            </a:endParaRPr>
          </a:p>
          <a:p>
            <a:pPr>
              <a:lnSpc>
                <a:spcPct val="150000"/>
              </a:lnSpc>
              <a:buClr>
                <a:schemeClr val="dk1"/>
              </a:buClr>
            </a:pPr>
            <a:r>
              <a:rPr lang="en" dirty="0">
                <a:solidFill>
                  <a:schemeClr val="dk1"/>
                </a:solidFill>
              </a:rPr>
              <a:t>Image</a:t>
            </a:r>
            <a:endParaRPr dirty="0">
              <a:solidFill>
                <a:schemeClr val="dk1"/>
              </a:solidFill>
            </a:endParaRPr>
          </a:p>
          <a:p>
            <a:pPr lvl="1">
              <a:lnSpc>
                <a:spcPct val="150000"/>
              </a:lnSpc>
              <a:buClr>
                <a:schemeClr val="dk1"/>
              </a:buClr>
            </a:pPr>
            <a:r>
              <a:rPr lang="en" dirty="0">
                <a:solidFill>
                  <a:schemeClr val="dk1"/>
                </a:solidFill>
              </a:rPr>
              <a:t>Templates of instructions to create a docker container</a:t>
            </a:r>
            <a:endParaRPr dirty="0">
              <a:solidFill>
                <a:schemeClr val="dk1"/>
              </a:solidFill>
            </a:endParaRPr>
          </a:p>
          <a:p>
            <a:pPr lvl="1">
              <a:lnSpc>
                <a:spcPct val="150000"/>
              </a:lnSpc>
              <a:buClr>
                <a:schemeClr val="dk1"/>
              </a:buClr>
            </a:pPr>
            <a:r>
              <a:rPr lang="en" dirty="0">
                <a:solidFill>
                  <a:schemeClr val="dk1"/>
                </a:solidFill>
              </a:rPr>
              <a:t>Created from Dockerfile </a:t>
            </a:r>
            <a:endParaRPr dirty="0">
              <a:solidFill>
                <a:schemeClr val="dk1"/>
              </a:solidFill>
            </a:endParaRPr>
          </a:p>
          <a:p>
            <a:pPr lvl="2">
              <a:lnSpc>
                <a:spcPct val="150000"/>
              </a:lnSpc>
              <a:buClr>
                <a:schemeClr val="dk1"/>
              </a:buClr>
            </a:pPr>
            <a:r>
              <a:rPr lang="en" dirty="0">
                <a:solidFill>
                  <a:schemeClr val="dk1"/>
                </a:solidFill>
              </a:rPr>
              <a:t>(see example in your repo - </a:t>
            </a:r>
            <a:r>
              <a:rPr lang="en" b="1" dirty="0">
                <a:solidFill>
                  <a:schemeClr val="dk1"/>
                </a:solidFill>
              </a:rPr>
              <a:t>DO NOT RUN</a:t>
            </a:r>
            <a:r>
              <a:rPr lang="en" dirty="0">
                <a:solidFill>
                  <a:schemeClr val="dk1"/>
                </a:solidFill>
              </a:rPr>
              <a:t>)</a:t>
            </a:r>
            <a:endParaRPr dirty="0">
              <a:solidFill>
                <a:schemeClr val="dk1"/>
              </a:solidFill>
            </a:endParaRPr>
          </a:p>
          <a:p>
            <a:pPr>
              <a:lnSpc>
                <a:spcPct val="150000"/>
              </a:lnSpc>
              <a:buClr>
                <a:schemeClr val="dk1"/>
              </a:buClr>
            </a:pPr>
            <a:r>
              <a:rPr lang="en" dirty="0">
                <a:solidFill>
                  <a:schemeClr val="dk1"/>
                </a:solidFill>
              </a:rPr>
              <a:t>Containers </a:t>
            </a:r>
            <a:endParaRPr dirty="0">
              <a:solidFill>
                <a:schemeClr val="dk1"/>
              </a:solidFill>
            </a:endParaRPr>
          </a:p>
          <a:p>
            <a:pPr lvl="1">
              <a:lnSpc>
                <a:spcPct val="150000"/>
              </a:lnSpc>
              <a:buClr>
                <a:schemeClr val="dk1"/>
              </a:buClr>
            </a:pPr>
            <a:r>
              <a:rPr lang="en" dirty="0">
                <a:solidFill>
                  <a:schemeClr val="dk1"/>
                </a:solidFill>
              </a:rPr>
              <a:t>Running instance of an Image</a:t>
            </a:r>
            <a:endParaRPr dirty="0">
              <a:solidFill>
                <a:schemeClr val="dk1"/>
              </a:solidFill>
            </a:endParaRPr>
          </a:p>
          <a:p>
            <a:pPr lvl="1">
              <a:lnSpc>
                <a:spcPct val="150000"/>
              </a:lnSpc>
              <a:buClr>
                <a:schemeClr val="dk1"/>
              </a:buClr>
            </a:pPr>
            <a:r>
              <a:rPr lang="en" dirty="0">
                <a:solidFill>
                  <a:schemeClr val="dk1"/>
                </a:solidFill>
              </a:rPr>
              <a:t>Package an application - all dependencies, libraries</a:t>
            </a:r>
            <a:endParaRPr dirty="0">
              <a:solidFill>
                <a:schemeClr val="dk1"/>
              </a:solidFill>
            </a:endParaRPr>
          </a:p>
        </p:txBody>
      </p:sp>
      <p:sp>
        <p:nvSpPr>
          <p:cNvPr id="181" name="Google Shape;181;p19"/>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Docker</a:t>
            </a:r>
            <a:endParaRPr/>
          </a:p>
        </p:txBody>
      </p:sp>
      <p:pic>
        <p:nvPicPr>
          <p:cNvPr id="183" name="Google Shape;183;p19"/>
          <p:cNvPicPr preferRelativeResize="0"/>
          <p:nvPr/>
        </p:nvPicPr>
        <p:blipFill rotWithShape="1">
          <a:blip r:embed="rId3">
            <a:alphaModFix/>
          </a:blip>
          <a:srcRect/>
          <a:stretch/>
        </p:blipFill>
        <p:spPr>
          <a:xfrm>
            <a:off x="6151140" y="1034371"/>
            <a:ext cx="5207465" cy="2475067"/>
          </a:xfrm>
          <a:prstGeom prst="rect">
            <a:avLst/>
          </a:prstGeom>
          <a:noFill/>
          <a:ln>
            <a:noFill/>
          </a:ln>
        </p:spPr>
      </p:pic>
      <p:pic>
        <p:nvPicPr>
          <p:cNvPr id="3" name="Picture 2">
            <a:extLst>
              <a:ext uri="{FF2B5EF4-FFF2-40B4-BE49-F238E27FC236}">
                <a16:creationId xmlns:a16="http://schemas.microsoft.com/office/drawing/2014/main" id="{6CAE5287-8E45-5B4C-BE25-E0DA7E8D8AA2}"/>
              </a:ext>
            </a:extLst>
          </p:cNvPr>
          <p:cNvPicPr>
            <a:picLocks noChangeAspect="1"/>
          </p:cNvPicPr>
          <p:nvPr/>
        </p:nvPicPr>
        <p:blipFill>
          <a:blip r:embed="rId4"/>
          <a:stretch>
            <a:fillRect/>
          </a:stretch>
        </p:blipFill>
        <p:spPr>
          <a:xfrm>
            <a:off x="6151140" y="3626669"/>
            <a:ext cx="5497163" cy="30073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21"/>
          <p:cNvSpPr txBox="1">
            <a:spLocks noGrp="1"/>
          </p:cNvSpPr>
          <p:nvPr>
            <p:ph idx="1"/>
          </p:nvPr>
        </p:nvSpPr>
        <p:spPr>
          <a:xfrm>
            <a:off x="543697" y="1238373"/>
            <a:ext cx="10229812" cy="5016843"/>
          </a:xfrm>
          <a:prstGeom prst="rect">
            <a:avLst/>
          </a:prstGeom>
          <a:noFill/>
          <a:ln>
            <a:noFill/>
          </a:ln>
        </p:spPr>
        <p:txBody>
          <a:bodyPr spcFirstLastPara="1" vert="horz" wrap="square" lIns="121900" tIns="121900" rIns="121900" bIns="121900" rtlCol="0" anchor="t" anchorCtr="0">
            <a:normAutofit fontScale="92500" lnSpcReduction="10000"/>
          </a:bodyPr>
          <a:lstStyle/>
          <a:p>
            <a:pPr>
              <a:lnSpc>
                <a:spcPct val="150000"/>
              </a:lnSpc>
              <a:buClr>
                <a:schemeClr val="dk1"/>
              </a:buClr>
            </a:pPr>
            <a:r>
              <a:rPr lang="en" dirty="0">
                <a:solidFill>
                  <a:schemeClr val="dk1"/>
                </a:solidFill>
              </a:rPr>
              <a:t>You will not need to build the Images for Lab 1</a:t>
            </a:r>
            <a:endParaRPr dirty="0">
              <a:solidFill>
                <a:schemeClr val="dk1"/>
              </a:solidFill>
            </a:endParaRPr>
          </a:p>
          <a:p>
            <a:pPr lvl="1">
              <a:lnSpc>
                <a:spcPct val="150000"/>
              </a:lnSpc>
            </a:pPr>
            <a:r>
              <a:rPr lang="en" sz="2133" dirty="0">
                <a:solidFill>
                  <a:schemeClr val="dk1"/>
                </a:solidFill>
              </a:rPr>
              <a:t>The image is built on the server: </a:t>
            </a:r>
            <a:r>
              <a:rPr lang="en" dirty="0">
                <a:solidFill>
                  <a:srgbClr val="FFFFFF"/>
                </a:solidFill>
                <a:highlight>
                  <a:srgbClr val="333333"/>
                </a:highlight>
                <a:latin typeface="Consolas"/>
                <a:ea typeface="Consolas"/>
                <a:cs typeface="Consolas"/>
                <a:sym typeface="Consolas"/>
              </a:rPr>
              <a:t>eec174lab1-2</a:t>
            </a:r>
            <a:endParaRPr dirty="0"/>
          </a:p>
          <a:p>
            <a:pPr>
              <a:lnSpc>
                <a:spcPct val="150000"/>
              </a:lnSpc>
              <a:spcBef>
                <a:spcPts val="1600"/>
              </a:spcBef>
            </a:pPr>
            <a:r>
              <a:rPr lang="en" dirty="0">
                <a:solidFill>
                  <a:schemeClr val="dk1"/>
                </a:solidFill>
              </a:rPr>
              <a:t>Create your Container with name </a:t>
            </a:r>
            <a:r>
              <a:rPr lang="en" dirty="0">
                <a:solidFill>
                  <a:schemeClr val="lt1"/>
                </a:solidFill>
                <a:highlight>
                  <a:srgbClr val="333333"/>
                </a:highlight>
                <a:latin typeface="Consolas"/>
                <a:ea typeface="Consolas"/>
                <a:cs typeface="Consolas"/>
                <a:sym typeface="Consolas"/>
              </a:rPr>
              <a:t>&lt;loginID&gt;_lab1</a:t>
            </a:r>
            <a:endParaRPr dirty="0"/>
          </a:p>
          <a:p>
            <a:pPr marL="0" indent="0" algn="ctr">
              <a:lnSpc>
                <a:spcPct val="150000"/>
              </a:lnSpc>
              <a:spcBef>
                <a:spcPts val="1600"/>
              </a:spcBef>
              <a:buNone/>
            </a:pPr>
            <a:r>
              <a:rPr lang="en" sz="2267" dirty="0">
                <a:solidFill>
                  <a:srgbClr val="FFFFFF"/>
                </a:solidFill>
                <a:highlight>
                  <a:srgbClr val="333333"/>
                </a:highlight>
                <a:latin typeface="Consolas"/>
                <a:ea typeface="Consolas"/>
                <a:cs typeface="Consolas"/>
                <a:sym typeface="Consolas"/>
              </a:rPr>
              <a:t>docker run -it --name &lt;name&gt;   </a:t>
            </a:r>
            <a:endParaRPr sz="2267" dirty="0">
              <a:solidFill>
                <a:srgbClr val="FFFFFF"/>
              </a:solidFill>
              <a:highlight>
                <a:srgbClr val="333333"/>
              </a:highlight>
              <a:latin typeface="Consolas"/>
              <a:ea typeface="Consolas"/>
              <a:cs typeface="Consolas"/>
              <a:sym typeface="Consolas"/>
            </a:endParaRPr>
          </a:p>
          <a:p>
            <a:pPr marL="0" indent="0" algn="ctr">
              <a:lnSpc>
                <a:spcPct val="150000"/>
              </a:lnSpc>
              <a:buNone/>
            </a:pPr>
            <a:r>
              <a:rPr lang="en-US" sz="2267" dirty="0">
                <a:solidFill>
                  <a:srgbClr val="FFFFFF"/>
                </a:solidFill>
                <a:highlight>
                  <a:srgbClr val="333333"/>
                </a:highlight>
                <a:latin typeface="Consolas"/>
                <a:ea typeface="Consolas"/>
                <a:cs typeface="Consolas"/>
                <a:sym typeface="Consolas"/>
              </a:rPr>
              <a:t>--mount </a:t>
            </a:r>
            <a:r>
              <a:rPr lang="en-US" sz="2267" dirty="0" err="1">
                <a:solidFill>
                  <a:srgbClr val="FFFFFF"/>
                </a:solidFill>
                <a:highlight>
                  <a:srgbClr val="333333"/>
                </a:highlight>
                <a:latin typeface="Consolas"/>
                <a:ea typeface="Consolas"/>
                <a:cs typeface="Consolas"/>
                <a:sym typeface="Consolas"/>
              </a:rPr>
              <a:t>src</a:t>
            </a:r>
            <a:r>
              <a:rPr lang="en-US" sz="2267" dirty="0">
                <a:solidFill>
                  <a:srgbClr val="FFFFFF"/>
                </a:solidFill>
                <a:highlight>
                  <a:srgbClr val="333333"/>
                </a:highlight>
                <a:latin typeface="Consolas"/>
                <a:ea typeface="Consolas"/>
                <a:cs typeface="Consolas"/>
                <a:sym typeface="Consolas"/>
              </a:rPr>
              <a:t>=”$(</a:t>
            </a:r>
            <a:r>
              <a:rPr lang="en-US" sz="2267" dirty="0" err="1">
                <a:solidFill>
                  <a:srgbClr val="FFFFFF"/>
                </a:solidFill>
                <a:highlight>
                  <a:srgbClr val="333333"/>
                </a:highlight>
                <a:latin typeface="Consolas"/>
                <a:ea typeface="Consolas"/>
                <a:cs typeface="Consolas"/>
                <a:sym typeface="Consolas"/>
              </a:rPr>
              <a:t>pwd</a:t>
            </a:r>
            <a:r>
              <a:rPr lang="en-US" sz="2267" dirty="0">
                <a:solidFill>
                  <a:srgbClr val="FFFFFF"/>
                </a:solidFill>
                <a:highlight>
                  <a:srgbClr val="333333"/>
                </a:highlight>
                <a:latin typeface="Consolas"/>
                <a:ea typeface="Consolas"/>
                <a:cs typeface="Consolas"/>
                <a:sym typeface="Consolas"/>
              </a:rPr>
              <a:t>)”,target=”/</a:t>
            </a:r>
            <a:r>
              <a:rPr lang="en-US" sz="2267" dirty="0" err="1">
                <a:solidFill>
                  <a:srgbClr val="FFFFFF"/>
                </a:solidFill>
                <a:highlight>
                  <a:srgbClr val="333333"/>
                </a:highlight>
                <a:latin typeface="Consolas"/>
                <a:ea typeface="Consolas"/>
                <a:cs typeface="Consolas"/>
                <a:sym typeface="Consolas"/>
              </a:rPr>
              <a:t>workspace”,type</a:t>
            </a:r>
            <a:r>
              <a:rPr lang="en-US" sz="2267" dirty="0">
                <a:solidFill>
                  <a:srgbClr val="FFFFFF"/>
                </a:solidFill>
                <a:highlight>
                  <a:srgbClr val="333333"/>
                </a:highlight>
                <a:latin typeface="Consolas"/>
                <a:ea typeface="Consolas"/>
                <a:cs typeface="Consolas"/>
                <a:sym typeface="Consolas"/>
              </a:rPr>
              <a:t>=bind -p </a:t>
            </a:r>
            <a:r>
              <a:rPr lang="en-US" sz="2400" dirty="0">
                <a:solidFill>
                  <a:srgbClr val="FFFFFF"/>
                </a:solidFill>
                <a:highlight>
                  <a:srgbClr val="333333"/>
                </a:highlight>
                <a:latin typeface="Consolas"/>
                <a:ea typeface="Consolas"/>
                <a:cs typeface="Consolas"/>
                <a:sym typeface="Consolas"/>
              </a:rPr>
              <a:t>{</a:t>
            </a:r>
            <a:r>
              <a:rPr lang="en-US" sz="2400" dirty="0" err="1">
                <a:solidFill>
                  <a:srgbClr val="FFFFFF"/>
                </a:solidFill>
                <a:highlight>
                  <a:srgbClr val="333333"/>
                </a:highlight>
                <a:latin typeface="Consolas"/>
                <a:ea typeface="Consolas"/>
                <a:cs typeface="Consolas"/>
                <a:sym typeface="Consolas"/>
              </a:rPr>
              <a:t>assigned_port</a:t>
            </a:r>
            <a:r>
              <a:rPr lang="en-US" sz="2400" dirty="0">
                <a:solidFill>
                  <a:srgbClr val="FFFFFF"/>
                </a:solidFill>
                <a:highlight>
                  <a:srgbClr val="333333"/>
                </a:highlight>
                <a:latin typeface="Consolas"/>
                <a:ea typeface="Consolas"/>
                <a:cs typeface="Consolas"/>
                <a:sym typeface="Consolas"/>
              </a:rPr>
              <a:t>}:{</a:t>
            </a:r>
            <a:r>
              <a:rPr lang="en-US" sz="2400" dirty="0" err="1">
                <a:solidFill>
                  <a:srgbClr val="FFFFFF"/>
                </a:solidFill>
                <a:highlight>
                  <a:srgbClr val="333333"/>
                </a:highlight>
                <a:latin typeface="Consolas"/>
                <a:ea typeface="Consolas"/>
                <a:cs typeface="Consolas"/>
                <a:sym typeface="Consolas"/>
              </a:rPr>
              <a:t>assigned_port</a:t>
            </a:r>
            <a:r>
              <a:rPr lang="en-US" sz="2400" dirty="0">
                <a:solidFill>
                  <a:srgbClr val="FFFFFF"/>
                </a:solidFill>
                <a:highlight>
                  <a:srgbClr val="333333"/>
                </a:highlight>
                <a:latin typeface="Consolas"/>
                <a:ea typeface="Consolas"/>
                <a:cs typeface="Consolas"/>
                <a:sym typeface="Consolas"/>
              </a:rPr>
              <a:t>}</a:t>
            </a:r>
            <a:r>
              <a:rPr lang="en-US" sz="2267" dirty="0">
                <a:solidFill>
                  <a:srgbClr val="FFFFFF"/>
                </a:solidFill>
                <a:highlight>
                  <a:srgbClr val="333333"/>
                </a:highlight>
                <a:latin typeface="Consolas"/>
                <a:ea typeface="Consolas"/>
                <a:cs typeface="Consolas"/>
                <a:sym typeface="Consolas"/>
              </a:rPr>
              <a:t>   eec174lab1-2:latest</a:t>
            </a:r>
            <a:r>
              <a:rPr lang="en-US" sz="1733" dirty="0">
                <a:latin typeface="Consolas"/>
                <a:ea typeface="Consolas"/>
                <a:cs typeface="Consolas"/>
                <a:sym typeface="Consolas"/>
              </a:rPr>
              <a:t> </a:t>
            </a:r>
            <a:endParaRPr lang="en-US" sz="2267" dirty="0">
              <a:solidFill>
                <a:srgbClr val="FFFFFF"/>
              </a:solidFill>
              <a:highlight>
                <a:srgbClr val="333333"/>
              </a:highlight>
              <a:latin typeface="Consolas"/>
              <a:ea typeface="Consolas"/>
              <a:cs typeface="Consolas"/>
              <a:sym typeface="Consolas"/>
            </a:endParaRPr>
          </a:p>
          <a:p>
            <a:pPr marL="0" indent="0">
              <a:lnSpc>
                <a:spcPct val="150000"/>
              </a:lnSpc>
              <a:buNone/>
            </a:pPr>
            <a:endParaRPr sz="2267" dirty="0">
              <a:solidFill>
                <a:srgbClr val="FFFFFF"/>
              </a:solidFill>
              <a:highlight>
                <a:srgbClr val="333333"/>
              </a:highlight>
              <a:latin typeface="Consolas"/>
              <a:ea typeface="Consolas"/>
              <a:cs typeface="Consolas"/>
              <a:sym typeface="Consolas"/>
            </a:endParaRPr>
          </a:p>
          <a:p>
            <a:pPr marL="0" indent="0">
              <a:lnSpc>
                <a:spcPct val="150000"/>
              </a:lnSpc>
              <a:buNone/>
            </a:pPr>
            <a:r>
              <a:rPr lang="en" sz="1733" b="1" dirty="0">
                <a:solidFill>
                  <a:srgbClr val="FF0000"/>
                </a:solidFill>
                <a:latin typeface="Consolas"/>
                <a:ea typeface="Consolas"/>
                <a:cs typeface="Consolas"/>
                <a:sym typeface="Consolas"/>
              </a:rPr>
              <a:t>NOTE: Container only needs to be created once!</a:t>
            </a:r>
            <a:endParaRPr sz="1733" b="1" dirty="0">
              <a:solidFill>
                <a:srgbClr val="FF0000"/>
              </a:solidFill>
              <a:latin typeface="Consolas"/>
              <a:ea typeface="Consolas"/>
              <a:cs typeface="Consolas"/>
              <a:sym typeface="Consolas"/>
            </a:endParaRPr>
          </a:p>
        </p:txBody>
      </p:sp>
      <p:sp>
        <p:nvSpPr>
          <p:cNvPr id="188" name="Google Shape;188;p21"/>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Docker - Building Images and Containers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p22"/>
          <p:cNvSpPr txBox="1">
            <a:spLocks noGrp="1"/>
          </p:cNvSpPr>
          <p:nvPr>
            <p:ph idx="1"/>
          </p:nvPr>
        </p:nvSpPr>
        <p:spPr>
          <a:prstGeom prst="rect">
            <a:avLst/>
          </a:prstGeom>
          <a:noFill/>
          <a:ln>
            <a:noFill/>
          </a:ln>
        </p:spPr>
        <p:txBody>
          <a:bodyPr spcFirstLastPara="1" vert="horz" wrap="square" lIns="121900" tIns="121900" rIns="121900" bIns="121900" rtlCol="0" anchor="t" anchorCtr="0">
            <a:normAutofit/>
          </a:bodyPr>
          <a:lstStyle/>
          <a:p>
            <a:pPr indent="-465655">
              <a:lnSpc>
                <a:spcPct val="150000"/>
              </a:lnSpc>
              <a:buClr>
                <a:schemeClr val="dk1"/>
              </a:buClr>
              <a:buSzPts val="1900"/>
            </a:pPr>
            <a:r>
              <a:rPr lang="en" sz="2533" dirty="0">
                <a:solidFill>
                  <a:schemeClr val="dk1"/>
                </a:solidFill>
              </a:rPr>
              <a:t>Useful Commands to know for this course:</a:t>
            </a:r>
            <a:endParaRPr sz="2533" dirty="0">
              <a:solidFill>
                <a:schemeClr val="dk1"/>
              </a:solidFill>
            </a:endParaRPr>
          </a:p>
          <a:p>
            <a:pPr lvl="1">
              <a:lnSpc>
                <a:spcPct val="150000"/>
              </a:lnSpc>
            </a:pPr>
            <a:r>
              <a:rPr lang="en" sz="2000" dirty="0">
                <a:solidFill>
                  <a:schemeClr val="lt1"/>
                </a:solidFill>
                <a:highlight>
                  <a:srgbClr val="333333"/>
                </a:highlight>
                <a:latin typeface="Consolas"/>
                <a:ea typeface="Consolas"/>
                <a:cs typeface="Consolas"/>
                <a:sym typeface="Consolas"/>
              </a:rPr>
              <a:t>docker images </a:t>
            </a:r>
            <a:r>
              <a:rPr lang="en" dirty="0">
                <a:solidFill>
                  <a:schemeClr val="dk1"/>
                </a:solidFill>
              </a:rPr>
              <a:t> - Lists all docker images</a:t>
            </a:r>
            <a:endParaRPr dirty="0">
              <a:solidFill>
                <a:schemeClr val="dk1"/>
              </a:solidFill>
            </a:endParaRPr>
          </a:p>
          <a:p>
            <a:pPr lvl="1">
              <a:lnSpc>
                <a:spcPct val="150000"/>
              </a:lnSpc>
              <a:buClr>
                <a:schemeClr val="dk1"/>
              </a:buClr>
            </a:pPr>
            <a:r>
              <a:rPr lang="en" sz="2000" dirty="0">
                <a:solidFill>
                  <a:schemeClr val="lt1"/>
                </a:solidFill>
                <a:highlight>
                  <a:srgbClr val="333333"/>
                </a:highlight>
                <a:latin typeface="Consolas"/>
                <a:ea typeface="Consolas"/>
                <a:cs typeface="Consolas"/>
                <a:sym typeface="Consolas"/>
              </a:rPr>
              <a:t>docker ps -a </a:t>
            </a:r>
            <a:r>
              <a:rPr lang="en" dirty="0">
                <a:solidFill>
                  <a:schemeClr val="dk1"/>
                </a:solidFill>
              </a:rPr>
              <a:t> - lists all docker containers</a:t>
            </a:r>
            <a:endParaRPr dirty="0">
              <a:solidFill>
                <a:schemeClr val="dk1"/>
              </a:solidFill>
            </a:endParaRPr>
          </a:p>
          <a:p>
            <a:pPr lvl="1">
              <a:lnSpc>
                <a:spcPct val="150000"/>
              </a:lnSpc>
              <a:buClr>
                <a:schemeClr val="dk1"/>
              </a:buClr>
            </a:pPr>
            <a:r>
              <a:rPr lang="en" sz="2000" dirty="0">
                <a:solidFill>
                  <a:schemeClr val="lt1"/>
                </a:solidFill>
                <a:highlight>
                  <a:srgbClr val="333333"/>
                </a:highlight>
                <a:latin typeface="Consolas"/>
                <a:ea typeface="Consolas"/>
                <a:cs typeface="Consolas"/>
                <a:sym typeface="Consolas"/>
              </a:rPr>
              <a:t>docker start -ai &lt;container_name&gt;</a:t>
            </a:r>
            <a:r>
              <a:rPr lang="en" dirty="0">
                <a:solidFill>
                  <a:schemeClr val="dk1"/>
                </a:solidFill>
              </a:rPr>
              <a:t> - Start docker container </a:t>
            </a:r>
            <a:endParaRPr dirty="0">
              <a:solidFill>
                <a:schemeClr val="dk1"/>
              </a:solidFill>
            </a:endParaRPr>
          </a:p>
          <a:p>
            <a:pPr lvl="2">
              <a:lnSpc>
                <a:spcPct val="150000"/>
              </a:lnSpc>
              <a:buClr>
                <a:srgbClr val="000000"/>
              </a:buClr>
              <a:defRPr/>
            </a:pPr>
            <a:r>
              <a:rPr lang="en" sz="1200" dirty="0">
                <a:solidFill>
                  <a:schemeClr val="lt1"/>
                </a:solidFill>
                <a:highlight>
                  <a:srgbClr val="333333"/>
                </a:highlight>
                <a:latin typeface="Consolas"/>
                <a:ea typeface="Consolas"/>
                <a:cs typeface="Consolas"/>
                <a:sym typeface="Consolas"/>
              </a:rPr>
              <a:t>-a</a:t>
            </a:r>
            <a:r>
              <a:rPr kumimoji="0" lang="en-US" b="0" i="0" u="none" strike="noStrike" kern="1200" cap="none" spc="0" normalizeH="0" baseline="0" noProof="0" dirty="0">
                <a:ln>
                  <a:noFill/>
                </a:ln>
                <a:solidFill>
                  <a:srgbClr val="000000"/>
                </a:solidFill>
                <a:effectLst/>
                <a:uLnTx/>
                <a:uFillTx/>
                <a:latin typeface="Calibri" panose="020F0502020204030204"/>
                <a:ea typeface="+mn-ea"/>
                <a:cs typeface="+mn-cs"/>
              </a:rPr>
              <a:t> – attaches terminal to the container</a:t>
            </a:r>
          </a:p>
          <a:p>
            <a:pPr lvl="2">
              <a:lnSpc>
                <a:spcPct val="150000"/>
              </a:lnSpc>
              <a:buClr>
                <a:srgbClr val="000000"/>
              </a:buClr>
              <a:defRPr/>
            </a:pPr>
            <a:r>
              <a:rPr lang="en" sz="1200" dirty="0">
                <a:solidFill>
                  <a:schemeClr val="lt1"/>
                </a:solidFill>
                <a:highlight>
                  <a:srgbClr val="333333"/>
                </a:highlight>
                <a:latin typeface="Consolas"/>
                <a:ea typeface="Consolas"/>
                <a:cs typeface="Consolas"/>
                <a:sym typeface="Consolas"/>
              </a:rPr>
              <a:t>-i</a:t>
            </a:r>
            <a:r>
              <a:rPr lang="en-US" dirty="0">
                <a:solidFill>
                  <a:srgbClr val="000000"/>
                </a:solidFill>
              </a:rPr>
              <a:t> – allows standard input connected, so you can type inside the container</a:t>
            </a:r>
            <a:endParaRPr lang="en" sz="1600" dirty="0">
              <a:solidFill>
                <a:schemeClr val="lt1"/>
              </a:solidFill>
              <a:highlight>
                <a:srgbClr val="333333"/>
              </a:highlight>
              <a:latin typeface="Consolas"/>
              <a:ea typeface="Consolas"/>
              <a:cs typeface="Consolas"/>
              <a:sym typeface="Consolas"/>
            </a:endParaRPr>
          </a:p>
          <a:p>
            <a:pPr lvl="1">
              <a:lnSpc>
                <a:spcPct val="150000"/>
              </a:lnSpc>
              <a:buClr>
                <a:schemeClr val="dk1"/>
              </a:buClr>
            </a:pPr>
            <a:r>
              <a:rPr lang="en" sz="2000" dirty="0">
                <a:solidFill>
                  <a:schemeClr val="lt1"/>
                </a:solidFill>
                <a:highlight>
                  <a:srgbClr val="333333"/>
                </a:highlight>
                <a:latin typeface="Consolas"/>
                <a:ea typeface="Consolas"/>
                <a:cs typeface="Consolas"/>
                <a:sym typeface="Consolas"/>
              </a:rPr>
              <a:t>exit </a:t>
            </a:r>
            <a:r>
              <a:rPr lang="en" dirty="0">
                <a:solidFill>
                  <a:schemeClr val="dk1"/>
                </a:solidFill>
              </a:rPr>
              <a:t> - Exit and stop container (from inside docker container)</a:t>
            </a:r>
            <a:endParaRPr sz="2000" dirty="0">
              <a:solidFill>
                <a:schemeClr val="dk1"/>
              </a:solidFill>
              <a:highlight>
                <a:srgbClr val="333333"/>
              </a:highlight>
              <a:latin typeface="Consolas"/>
              <a:ea typeface="Consolas"/>
              <a:cs typeface="Consolas"/>
              <a:sym typeface="Consolas"/>
            </a:endParaRPr>
          </a:p>
        </p:txBody>
      </p:sp>
      <p:sp>
        <p:nvSpPr>
          <p:cNvPr id="196" name="Google Shape;196;p22"/>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Using Docker &amp; Container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3"/>
          <p:cNvSpPr txBox="1">
            <a:spLocks noGrp="1"/>
          </p:cNvSpPr>
          <p:nvPr>
            <p:ph idx="1"/>
          </p:nvPr>
        </p:nvSpPr>
        <p:spPr>
          <a:xfrm>
            <a:off x="543697" y="1238373"/>
            <a:ext cx="5118549" cy="5016843"/>
          </a:xfrm>
          <a:prstGeom prst="rect">
            <a:avLst/>
          </a:prstGeom>
          <a:noFill/>
          <a:ln>
            <a:noFill/>
          </a:ln>
        </p:spPr>
        <p:txBody>
          <a:bodyPr spcFirstLastPara="1" vert="horz" wrap="square" lIns="121900" tIns="121900" rIns="121900" bIns="121900" rtlCol="0" anchor="t" anchorCtr="0">
            <a:normAutofit/>
          </a:bodyPr>
          <a:lstStyle/>
          <a:p>
            <a:pPr>
              <a:lnSpc>
                <a:spcPct val="150000"/>
              </a:lnSpc>
              <a:spcBef>
                <a:spcPts val="1600"/>
              </a:spcBef>
              <a:buClr>
                <a:schemeClr val="dk1"/>
              </a:buClr>
            </a:pPr>
            <a:r>
              <a:rPr lang="en" dirty="0">
                <a:solidFill>
                  <a:schemeClr val="dk1"/>
                </a:solidFill>
              </a:rPr>
              <a:t>Human-readable documents </a:t>
            </a:r>
            <a:endParaRPr dirty="0">
              <a:solidFill>
                <a:schemeClr val="dk1"/>
              </a:solidFill>
            </a:endParaRPr>
          </a:p>
          <a:p>
            <a:pPr>
              <a:lnSpc>
                <a:spcPct val="150000"/>
              </a:lnSpc>
              <a:spcBef>
                <a:spcPts val="1600"/>
              </a:spcBef>
              <a:buClr>
                <a:schemeClr val="dk1"/>
              </a:buClr>
            </a:pPr>
            <a:r>
              <a:rPr lang="en" dirty="0">
                <a:solidFill>
                  <a:schemeClr val="dk1"/>
                </a:solidFill>
              </a:rPr>
              <a:t>Notebook can contain: code, descriptions, visualizations, equations, text, etc.</a:t>
            </a:r>
            <a:endParaRPr dirty="0">
              <a:solidFill>
                <a:schemeClr val="dk1"/>
              </a:solidFill>
            </a:endParaRPr>
          </a:p>
          <a:p>
            <a:pPr>
              <a:lnSpc>
                <a:spcPct val="150000"/>
              </a:lnSpc>
              <a:spcBef>
                <a:spcPts val="1600"/>
              </a:spcBef>
              <a:buClr>
                <a:schemeClr val="dk1"/>
              </a:buClr>
            </a:pPr>
            <a:r>
              <a:rPr lang="en" dirty="0">
                <a:solidFill>
                  <a:schemeClr val="dk1"/>
                </a:solidFill>
              </a:rPr>
              <a:t>Very common and popular tool for Data science &amp; analytics! </a:t>
            </a:r>
            <a:endParaRPr dirty="0">
              <a:solidFill>
                <a:schemeClr val="dk1"/>
              </a:solidFill>
            </a:endParaRPr>
          </a:p>
        </p:txBody>
      </p:sp>
      <p:sp>
        <p:nvSpPr>
          <p:cNvPr id="202" name="Google Shape;202;p23"/>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Jupyter Notebook</a:t>
            </a:r>
            <a:endParaRPr/>
          </a:p>
        </p:txBody>
      </p:sp>
      <p:pic>
        <p:nvPicPr>
          <p:cNvPr id="204" name="Google Shape;204;p23"/>
          <p:cNvPicPr preferRelativeResize="0"/>
          <p:nvPr/>
        </p:nvPicPr>
        <p:blipFill rotWithShape="1">
          <a:blip r:embed="rId3">
            <a:alphaModFix/>
          </a:blip>
          <a:srcRect/>
          <a:stretch/>
        </p:blipFill>
        <p:spPr>
          <a:xfrm>
            <a:off x="5783495" y="1356967"/>
            <a:ext cx="6109399" cy="477433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10" name="Google Shape;210;p24"/>
          <p:cNvSpPr txBox="1">
            <a:spLocks noGrp="1"/>
          </p:cNvSpPr>
          <p:nvPr>
            <p:ph idx="1"/>
          </p:nvPr>
        </p:nvSpPr>
        <p:spPr>
          <a:prstGeom prst="rect">
            <a:avLst/>
          </a:prstGeom>
          <a:noFill/>
          <a:ln>
            <a:noFill/>
          </a:ln>
        </p:spPr>
        <p:txBody>
          <a:bodyPr spcFirstLastPara="1" vert="horz" wrap="square" lIns="121900" tIns="121900" rIns="121900" bIns="121900" rtlCol="0" anchor="t" anchorCtr="0">
            <a:normAutofit fontScale="70000" lnSpcReduction="20000"/>
          </a:bodyPr>
          <a:lstStyle/>
          <a:p>
            <a:pPr indent="-445758">
              <a:lnSpc>
                <a:spcPct val="150000"/>
              </a:lnSpc>
              <a:buSzPct val="100000"/>
            </a:pPr>
            <a:r>
              <a:rPr lang="en"/>
              <a:t>We work on server but want to use Jupyter on local browser</a:t>
            </a:r>
            <a:endParaRPr/>
          </a:p>
          <a:p>
            <a:pPr indent="-445758">
              <a:lnSpc>
                <a:spcPct val="150000"/>
              </a:lnSpc>
              <a:buSzPct val="100000"/>
            </a:pPr>
            <a:r>
              <a:rPr lang="en"/>
              <a:t>Port tunneling from server to local computer (as discussed in SSH section)</a:t>
            </a:r>
            <a:endParaRPr/>
          </a:p>
          <a:p>
            <a:pPr marL="0" indent="0" algn="ctr">
              <a:spcBef>
                <a:spcPts val="1600"/>
              </a:spcBef>
              <a:buSzPct val="112500"/>
              <a:buNone/>
            </a:pPr>
            <a:r>
              <a:rPr lang="en" sz="2133">
                <a:solidFill>
                  <a:schemeClr val="lt1"/>
                </a:solidFill>
                <a:highlight>
                  <a:srgbClr val="333333"/>
                </a:highlight>
                <a:latin typeface="Consolas"/>
                <a:ea typeface="Consolas"/>
                <a:cs typeface="Consolas"/>
                <a:sym typeface="Consolas"/>
              </a:rPr>
              <a:t>ssh -L &lt;port_num&gt;:localhost:&lt;port_num&gt; &lt;your kerberos ID&gt;@&lt;server&gt;</a:t>
            </a:r>
            <a:endParaRPr sz="2267">
              <a:solidFill>
                <a:schemeClr val="lt1"/>
              </a:solidFill>
              <a:highlight>
                <a:srgbClr val="333333"/>
              </a:highlight>
              <a:latin typeface="Consolas"/>
              <a:ea typeface="Consolas"/>
              <a:cs typeface="Consolas"/>
              <a:sym typeface="Consolas"/>
            </a:endParaRPr>
          </a:p>
          <a:p>
            <a:pPr marL="0" indent="0" algn="ctr">
              <a:buSzPct val="120000"/>
              <a:buNone/>
            </a:pPr>
            <a:endParaRPr sz="2000">
              <a:solidFill>
                <a:schemeClr val="lt1"/>
              </a:solidFill>
              <a:highlight>
                <a:srgbClr val="333333"/>
              </a:highlight>
              <a:latin typeface="Consolas"/>
              <a:ea typeface="Consolas"/>
              <a:cs typeface="Consolas"/>
              <a:sym typeface="Consolas"/>
            </a:endParaRPr>
          </a:p>
          <a:p>
            <a:pPr indent="-445758">
              <a:lnSpc>
                <a:spcPct val="150000"/>
              </a:lnSpc>
              <a:buSzPct val="100000"/>
              <a:buAutoNum type="arabicPeriod"/>
            </a:pPr>
            <a:r>
              <a:rPr lang="en"/>
              <a:t>Start docker container </a:t>
            </a:r>
            <a:endParaRPr/>
          </a:p>
          <a:p>
            <a:pPr indent="-445758">
              <a:lnSpc>
                <a:spcPct val="150000"/>
              </a:lnSpc>
              <a:buSzPct val="100000"/>
              <a:buAutoNum type="arabicPeriod"/>
            </a:pPr>
            <a:r>
              <a:rPr lang="en"/>
              <a:t>Launch Jupyter from inside your container with your port number</a:t>
            </a:r>
            <a:endParaRPr/>
          </a:p>
          <a:p>
            <a:pPr indent="0">
              <a:spcBef>
                <a:spcPts val="1600"/>
              </a:spcBef>
              <a:buSzPct val="121621"/>
              <a:buNone/>
            </a:pPr>
            <a:r>
              <a:rPr lang="en" sz="2133">
                <a:solidFill>
                  <a:schemeClr val="lt1"/>
                </a:solidFill>
                <a:highlight>
                  <a:srgbClr val="333333"/>
                </a:highlight>
                <a:latin typeface="Consolas"/>
                <a:ea typeface="Consolas"/>
                <a:cs typeface="Consolas"/>
                <a:sym typeface="Consolas"/>
              </a:rPr>
              <a:t>jupyter notebook --no-browser --ip=0.0.0.0 --allow-root --port=&lt;port_num&gt;</a:t>
            </a:r>
            <a:r>
              <a:rPr lang="en" sz="2000">
                <a:solidFill>
                  <a:schemeClr val="lt1"/>
                </a:solidFill>
                <a:highlight>
                  <a:srgbClr val="333333"/>
                </a:highlight>
                <a:latin typeface="Consolas"/>
                <a:ea typeface="Consolas"/>
                <a:cs typeface="Consolas"/>
                <a:sym typeface="Consolas"/>
              </a:rPr>
              <a:t> </a:t>
            </a:r>
            <a:endParaRPr sz="2000">
              <a:solidFill>
                <a:schemeClr val="lt1"/>
              </a:solidFill>
              <a:highlight>
                <a:srgbClr val="333333"/>
              </a:highlight>
              <a:latin typeface="Consolas"/>
              <a:ea typeface="Consolas"/>
              <a:cs typeface="Consolas"/>
              <a:sym typeface="Consolas"/>
            </a:endParaRPr>
          </a:p>
          <a:p>
            <a:pPr marL="0" indent="0">
              <a:lnSpc>
                <a:spcPct val="150000"/>
              </a:lnSpc>
              <a:buSzPct val="108108"/>
              <a:buNone/>
            </a:pPr>
            <a:endParaRPr/>
          </a:p>
          <a:p>
            <a:pPr indent="-445758">
              <a:buSzPct val="100000"/>
              <a:buAutoNum type="arabicPeriod"/>
            </a:pPr>
            <a:r>
              <a:rPr lang="en"/>
              <a:t>Open Notebook in your Browser by entering the URL:</a:t>
            </a:r>
            <a:endParaRPr/>
          </a:p>
          <a:p>
            <a:pPr marL="0" indent="0">
              <a:buSzPct val="108108"/>
              <a:buNone/>
            </a:pPr>
            <a:endParaRPr/>
          </a:p>
          <a:p>
            <a:pPr marL="0" indent="0" algn="ctr">
              <a:buSzPct val="100000"/>
              <a:buNone/>
            </a:pPr>
            <a:r>
              <a:rPr lang="en">
                <a:solidFill>
                  <a:srgbClr val="4A86E8"/>
                </a:solidFill>
              </a:rPr>
              <a:t>http://localhost:&lt;port_num&gt;</a:t>
            </a:r>
            <a:endParaRPr>
              <a:solidFill>
                <a:srgbClr val="4A86E8"/>
              </a:solidFill>
            </a:endParaRPr>
          </a:p>
        </p:txBody>
      </p:sp>
      <p:sp>
        <p:nvSpPr>
          <p:cNvPr id="209" name="Google Shape;209;p24"/>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Working on Jupyter &amp; Docker over SSH</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6" name="Google Shape;216;p25"/>
          <p:cNvSpPr txBox="1">
            <a:spLocks noGrp="1"/>
          </p:cNvSpPr>
          <p:nvPr>
            <p:ph idx="1"/>
          </p:nvPr>
        </p:nvSpPr>
        <p:spPr>
          <a:prstGeom prst="rect">
            <a:avLst/>
          </a:prstGeom>
          <a:noFill/>
          <a:ln>
            <a:noFill/>
          </a:ln>
        </p:spPr>
        <p:txBody>
          <a:bodyPr spcFirstLastPara="1" vert="horz" wrap="square" lIns="121900" tIns="121900" rIns="121900" bIns="121900" rtlCol="0" anchor="t" anchorCtr="0">
            <a:normAutofit/>
          </a:bodyPr>
          <a:lstStyle/>
          <a:p>
            <a:pPr>
              <a:lnSpc>
                <a:spcPct val="150000"/>
              </a:lnSpc>
            </a:pPr>
            <a:r>
              <a:rPr lang="en" dirty="0"/>
              <a:t>You will need to download files, upload to Google Drive, then download and push to Git</a:t>
            </a:r>
          </a:p>
          <a:p>
            <a:pPr>
              <a:lnSpc>
                <a:spcPct val="150000"/>
              </a:lnSpc>
            </a:pPr>
            <a:r>
              <a:rPr lang="en" dirty="0"/>
              <a:t>Pro: Flexible Workspace</a:t>
            </a:r>
          </a:p>
          <a:p>
            <a:pPr>
              <a:lnSpc>
                <a:spcPct val="150000"/>
              </a:lnSpc>
            </a:pPr>
            <a:r>
              <a:rPr lang="en" dirty="0"/>
              <a:t>Con: Limited Computational</a:t>
            </a:r>
            <a:br>
              <a:rPr lang="en" dirty="0"/>
            </a:br>
            <a:r>
              <a:rPr lang="en" dirty="0"/>
              <a:t>Power</a:t>
            </a:r>
          </a:p>
        </p:txBody>
      </p:sp>
      <p:sp>
        <p:nvSpPr>
          <p:cNvPr id="215" name="Google Shape;215;p25"/>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Google Colab</a:t>
            </a:r>
            <a:endParaRPr/>
          </a:p>
        </p:txBody>
      </p:sp>
      <p:pic>
        <p:nvPicPr>
          <p:cNvPr id="217" name="Google Shape;217;p25"/>
          <p:cNvPicPr preferRelativeResize="0"/>
          <p:nvPr/>
        </p:nvPicPr>
        <p:blipFill rotWithShape="1">
          <a:blip r:embed="rId3">
            <a:alphaModFix/>
          </a:blip>
          <a:srcRect/>
          <a:stretch/>
        </p:blipFill>
        <p:spPr>
          <a:xfrm>
            <a:off x="5546368" y="2388266"/>
            <a:ext cx="6101935" cy="356046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3" name="Google Shape;223;p26"/>
          <p:cNvSpPr txBox="1">
            <a:spLocks noGrp="1"/>
          </p:cNvSpPr>
          <p:nvPr>
            <p:ph idx="1"/>
          </p:nvPr>
        </p:nvSpPr>
        <p:spPr>
          <a:prstGeom prst="rect">
            <a:avLst/>
          </a:prstGeom>
          <a:noFill/>
          <a:ln>
            <a:noFill/>
          </a:ln>
        </p:spPr>
        <p:txBody>
          <a:bodyPr spcFirstLastPara="1" vert="horz" wrap="square" lIns="121900" tIns="121900" rIns="121900" bIns="121900" rtlCol="0" anchor="t" anchorCtr="0">
            <a:normAutofit/>
          </a:bodyPr>
          <a:lstStyle/>
          <a:p>
            <a:pPr>
              <a:buClr>
                <a:schemeClr val="dk1"/>
              </a:buClr>
            </a:pPr>
            <a:r>
              <a:rPr lang="en" dirty="0">
                <a:solidFill>
                  <a:schemeClr val="dk1"/>
                </a:solidFill>
              </a:rPr>
              <a:t>Code</a:t>
            </a:r>
            <a:endParaRPr dirty="0">
              <a:solidFill>
                <a:schemeClr val="dk1"/>
              </a:solidFill>
            </a:endParaRPr>
          </a:p>
          <a:p>
            <a:pPr lvl="1" indent="-440256">
              <a:buClr>
                <a:schemeClr val="dk1"/>
              </a:buClr>
              <a:buSzPts val="1600"/>
            </a:pPr>
            <a:r>
              <a:rPr lang="en" sz="2133" dirty="0">
                <a:solidFill>
                  <a:schemeClr val="dk1"/>
                </a:solidFill>
              </a:rPr>
              <a:t>Run all cells in Notebooks before submiting code</a:t>
            </a:r>
            <a:endParaRPr dirty="0">
              <a:solidFill>
                <a:schemeClr val="dk1"/>
              </a:solidFill>
            </a:endParaRPr>
          </a:p>
          <a:p>
            <a:pPr lvl="1" indent="-440256">
              <a:buClr>
                <a:schemeClr val="dk1"/>
              </a:buClr>
              <a:buSzPts val="1600"/>
            </a:pPr>
            <a:r>
              <a:rPr lang="en" sz="2133" dirty="0">
                <a:solidFill>
                  <a:schemeClr val="dk1"/>
                </a:solidFill>
              </a:rPr>
              <a:t>Save on Github and check to see your notebook looks as expected</a:t>
            </a:r>
            <a:endParaRPr sz="2133" dirty="0">
              <a:solidFill>
                <a:schemeClr val="dk1"/>
              </a:solidFill>
            </a:endParaRPr>
          </a:p>
          <a:p>
            <a:pPr lvl="1" indent="-440256">
              <a:buClr>
                <a:schemeClr val="dk1"/>
              </a:buClr>
              <a:buSzPts val="1600"/>
            </a:pPr>
            <a:r>
              <a:rPr lang="en" sz="2133" dirty="0">
                <a:solidFill>
                  <a:schemeClr val="dk1"/>
                </a:solidFill>
              </a:rPr>
              <a:t>TAs will not run cells for some labs, but will confirm source code and output match.</a:t>
            </a:r>
            <a:endParaRPr sz="2133" dirty="0">
              <a:solidFill>
                <a:schemeClr val="dk1"/>
              </a:solidFill>
            </a:endParaRPr>
          </a:p>
          <a:p>
            <a:pPr lvl="1" indent="-440256">
              <a:buClr>
                <a:schemeClr val="dk1"/>
              </a:buClr>
              <a:buSzPts val="1600"/>
            </a:pPr>
            <a:r>
              <a:rPr lang="en" sz="2133" dirty="0">
                <a:solidFill>
                  <a:schemeClr val="dk1"/>
                </a:solidFill>
              </a:rPr>
              <a:t>Late penalty after due date: -10% each week</a:t>
            </a:r>
            <a:endParaRPr sz="2133" dirty="0">
              <a:solidFill>
                <a:schemeClr val="dk1"/>
              </a:solidFill>
            </a:endParaRPr>
          </a:p>
          <a:p>
            <a:pPr marL="0" indent="0">
              <a:spcBef>
                <a:spcPts val="1600"/>
              </a:spcBef>
              <a:buNone/>
            </a:pPr>
            <a:endParaRPr sz="2133" dirty="0">
              <a:solidFill>
                <a:schemeClr val="dk1"/>
              </a:solidFill>
            </a:endParaRPr>
          </a:p>
          <a:p>
            <a:pPr>
              <a:spcBef>
                <a:spcPts val="1600"/>
              </a:spcBef>
              <a:buClr>
                <a:schemeClr val="dk1"/>
              </a:buClr>
            </a:pPr>
            <a:r>
              <a:rPr lang="en" dirty="0">
                <a:solidFill>
                  <a:schemeClr val="dk1"/>
                </a:solidFill>
              </a:rPr>
              <a:t>Written Sections / Reports / Answers</a:t>
            </a:r>
            <a:endParaRPr dirty="0">
              <a:solidFill>
                <a:schemeClr val="dk1"/>
              </a:solidFill>
            </a:endParaRPr>
          </a:p>
          <a:p>
            <a:pPr lvl="1" indent="-448722">
              <a:buClr>
                <a:schemeClr val="dk1"/>
              </a:buClr>
              <a:buSzPts val="1700"/>
            </a:pPr>
            <a:r>
              <a:rPr lang="en" sz="2267" dirty="0">
                <a:solidFill>
                  <a:schemeClr val="dk1"/>
                </a:solidFill>
              </a:rPr>
              <a:t>Must also be submitted on </a:t>
            </a:r>
            <a:r>
              <a:rPr lang="en-US" sz="2267" dirty="0">
                <a:solidFill>
                  <a:schemeClr val="dk1"/>
                </a:solidFill>
              </a:rPr>
              <a:t>Canvas</a:t>
            </a:r>
            <a:endParaRPr dirty="0">
              <a:solidFill>
                <a:schemeClr val="dk1"/>
              </a:solidFill>
            </a:endParaRPr>
          </a:p>
          <a:p>
            <a:pPr lvl="2" indent="-448722">
              <a:buClr>
                <a:schemeClr val="dk1"/>
              </a:buClr>
              <a:buSzPts val="1700"/>
            </a:pPr>
            <a:r>
              <a:rPr lang="en" sz="2267" dirty="0">
                <a:solidFill>
                  <a:schemeClr val="dk1"/>
                </a:solidFill>
              </a:rPr>
              <a:t>Answer on md file, save to github, submit to Canvas</a:t>
            </a:r>
            <a:endParaRPr sz="2267" dirty="0">
              <a:solidFill>
                <a:schemeClr val="dk1"/>
              </a:solidFill>
            </a:endParaRPr>
          </a:p>
        </p:txBody>
      </p:sp>
      <p:sp>
        <p:nvSpPr>
          <p:cNvPr id="222" name="Google Shape;222;p26"/>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dirty="0"/>
              <a:t>Submissions on Canvas</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9" name="Google Shape;229;p27"/>
          <p:cNvSpPr txBox="1">
            <a:spLocks noGrp="1"/>
          </p:cNvSpPr>
          <p:nvPr>
            <p:ph idx="1"/>
          </p:nvPr>
        </p:nvSpPr>
        <p:spPr>
          <a:prstGeom prst="rect">
            <a:avLst/>
          </a:prstGeom>
          <a:noFill/>
          <a:ln>
            <a:noFill/>
          </a:ln>
        </p:spPr>
        <p:txBody>
          <a:bodyPr spcFirstLastPara="1" vert="horz" wrap="square" lIns="121900" tIns="121900" rIns="121900" bIns="121900" rtlCol="0" anchor="t" anchorCtr="0">
            <a:normAutofit lnSpcReduction="10000"/>
          </a:bodyPr>
          <a:lstStyle/>
          <a:p>
            <a:pPr marL="0" indent="0">
              <a:buNone/>
            </a:pPr>
            <a:endParaRPr dirty="0">
              <a:solidFill>
                <a:schemeClr val="dk1"/>
              </a:solidFill>
            </a:endParaRPr>
          </a:p>
          <a:p>
            <a:pPr>
              <a:spcBef>
                <a:spcPts val="1600"/>
              </a:spcBef>
              <a:buClr>
                <a:schemeClr val="dk1"/>
              </a:buClr>
            </a:pPr>
            <a:r>
              <a:rPr lang="en" b="1" dirty="0">
                <a:solidFill>
                  <a:schemeClr val="dk1"/>
                </a:solidFill>
              </a:rPr>
              <a:t>Programming:</a:t>
            </a:r>
            <a:r>
              <a:rPr lang="en" dirty="0">
                <a:solidFill>
                  <a:schemeClr val="dk1"/>
                </a:solidFill>
              </a:rPr>
              <a:t> Complete Lab1.ipynb</a:t>
            </a:r>
            <a:endParaRPr dirty="0">
              <a:solidFill>
                <a:schemeClr val="dk1"/>
              </a:solidFill>
            </a:endParaRPr>
          </a:p>
          <a:p>
            <a:pPr lvl="1">
              <a:buClr>
                <a:schemeClr val="dk1"/>
              </a:buClr>
            </a:pPr>
            <a:r>
              <a:rPr lang="en" dirty="0">
                <a:solidFill>
                  <a:schemeClr val="dk1"/>
                </a:solidFill>
              </a:rPr>
              <a:t>Only your work on your repo by the deadline will be graded!</a:t>
            </a:r>
            <a:endParaRPr dirty="0">
              <a:solidFill>
                <a:schemeClr val="dk1"/>
              </a:solidFill>
            </a:endParaRPr>
          </a:p>
          <a:p>
            <a:pPr>
              <a:buClr>
                <a:schemeClr val="dk1"/>
              </a:buClr>
            </a:pPr>
            <a:r>
              <a:rPr lang="en" b="1" dirty="0">
                <a:solidFill>
                  <a:schemeClr val="dk1"/>
                </a:solidFill>
              </a:rPr>
              <a:t>Written Report:</a:t>
            </a:r>
            <a:r>
              <a:rPr lang="en" dirty="0">
                <a:solidFill>
                  <a:schemeClr val="dk1"/>
                </a:solidFill>
              </a:rPr>
              <a:t> Answer all questions in the the assignment document</a:t>
            </a:r>
            <a:endParaRPr dirty="0">
              <a:solidFill>
                <a:schemeClr val="dk1"/>
              </a:solidFill>
            </a:endParaRPr>
          </a:p>
          <a:p>
            <a:pPr lvl="1">
              <a:buClr>
                <a:schemeClr val="dk1"/>
              </a:buClr>
            </a:pPr>
            <a:r>
              <a:rPr lang="en" dirty="0">
                <a:solidFill>
                  <a:schemeClr val="dk1"/>
                </a:solidFill>
              </a:rPr>
              <a:t>Questions are on git, ssh, docker &amp; Python</a:t>
            </a:r>
            <a:endParaRPr dirty="0">
              <a:solidFill>
                <a:schemeClr val="dk1"/>
              </a:solidFill>
            </a:endParaRPr>
          </a:p>
          <a:p>
            <a:pPr lvl="1">
              <a:buClr>
                <a:schemeClr val="dk1"/>
              </a:buClr>
            </a:pPr>
            <a:r>
              <a:rPr lang="en" b="1" dirty="0">
                <a:solidFill>
                  <a:schemeClr val="dk1"/>
                </a:solidFill>
              </a:rPr>
              <a:t>Answer on the md file</a:t>
            </a:r>
            <a:endParaRPr b="1" dirty="0">
              <a:solidFill>
                <a:schemeClr val="dk1"/>
              </a:solidFill>
            </a:endParaRPr>
          </a:p>
          <a:p>
            <a:pPr marL="0" indent="0">
              <a:buNone/>
            </a:pPr>
            <a:endParaRPr b="1" dirty="0">
              <a:solidFill>
                <a:schemeClr val="dk1"/>
              </a:solidFill>
            </a:endParaRPr>
          </a:p>
          <a:p>
            <a:pPr marL="0" indent="0" algn="ctr">
              <a:spcBef>
                <a:spcPts val="1600"/>
              </a:spcBef>
              <a:buNone/>
            </a:pPr>
            <a:r>
              <a:rPr lang="en" sz="2688" b="1" dirty="0">
                <a:solidFill>
                  <a:srgbClr val="FF0000"/>
                </a:solidFill>
              </a:rPr>
              <a:t>Lab 1 is due on Oct 2 at 12:59pm</a:t>
            </a:r>
            <a:endParaRPr sz="2688" b="1" dirty="0">
              <a:solidFill>
                <a:srgbClr val="FF0000"/>
              </a:solidFill>
            </a:endParaRPr>
          </a:p>
          <a:p>
            <a:pPr marL="0" indent="0" algn="ctr">
              <a:spcBef>
                <a:spcPts val="1600"/>
              </a:spcBef>
              <a:spcAft>
                <a:spcPts val="1600"/>
              </a:spcAft>
              <a:buNone/>
            </a:pPr>
            <a:r>
              <a:rPr lang="en" sz="2688" b="1" dirty="0">
                <a:solidFill>
                  <a:srgbClr val="FF0000"/>
                </a:solidFill>
              </a:rPr>
              <a:t>Make sure you can log into server, use Docker/Github before you leave today!</a:t>
            </a:r>
            <a:endParaRPr sz="2688" b="1" dirty="0">
              <a:solidFill>
                <a:srgbClr val="FF0000"/>
              </a:solidFill>
            </a:endParaRPr>
          </a:p>
        </p:txBody>
      </p:sp>
      <p:sp>
        <p:nvSpPr>
          <p:cNvPr id="228" name="Google Shape;228;p27"/>
          <p:cNvSpPr txBox="1">
            <a:spLocks noGrp="1"/>
          </p:cNvSpPr>
          <p:nvPr>
            <p:ph type="title"/>
          </p:nvPr>
        </p:nvSpPr>
        <p:spPr>
          <a:prstGeom prst="rect">
            <a:avLst/>
          </a:prstGeom>
          <a:noFill/>
          <a:ln>
            <a:noFill/>
          </a:ln>
        </p:spPr>
        <p:txBody>
          <a:bodyPr spcFirstLastPara="1" vert="horz" wrap="square" lIns="121900" tIns="121900" rIns="121900" bIns="121900" rtlCol="0" anchor="t" anchorCtr="0">
            <a:normAutofit/>
          </a:bodyPr>
          <a:lstStyle/>
          <a:p>
            <a:pPr>
              <a:buSzPct val="111111"/>
            </a:pPr>
            <a:r>
              <a:rPr lang="en"/>
              <a:t>Lab 1 - Deliverables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2f84f5149b8_1_48"/>
          <p:cNvSpPr txBox="1">
            <a:spLocks noGrp="1"/>
          </p:cNvSpPr>
          <p:nvPr>
            <p:ph type="title" idx="4294967295"/>
          </p:nvPr>
        </p:nvSpPr>
        <p:spPr>
          <a:xfrm>
            <a:off x="542925" y="2909887"/>
            <a:ext cx="11106150" cy="1038225"/>
          </a:xfrm>
          <a:prstGeom prst="rect">
            <a:avLst/>
          </a:prstGeom>
          <a:noFill/>
          <a:ln>
            <a:noFill/>
          </a:ln>
        </p:spPr>
        <p:txBody>
          <a:bodyPr spcFirstLastPara="1" vert="horz" wrap="square" lIns="121900" tIns="121900" rIns="121900" bIns="121900" rtlCol="0" anchor="ctr" anchorCtr="0">
            <a:normAutofit/>
          </a:bodyPr>
          <a:lstStyle/>
          <a:p>
            <a:pPr algn="ctr"/>
            <a:r>
              <a:rPr lang="en" dirty="0"/>
              <a:t>Questions?</a:t>
            </a:r>
            <a:endParaRPr dirty="0"/>
          </a:p>
        </p:txBody>
      </p:sp>
    </p:spTree>
  </p:cSld>
  <p:clrMapOvr>
    <a:masterClrMapping/>
  </p:clrMapOvr>
</p:sld>
</file>

<file path=ppt/theme/theme1.xml><?xml version="1.0" encoding="utf-8"?>
<a:theme xmlns:a="http://schemas.openxmlformats.org/drawingml/2006/main" name="LEPS Template 2018">
  <a:themeElements>
    <a:clrScheme name="Custom 6">
      <a:dk1>
        <a:srgbClr val="000000"/>
      </a:dk1>
      <a:lt1>
        <a:srgbClr val="FFFFFF"/>
      </a:lt1>
      <a:dk2>
        <a:srgbClr val="44546A"/>
      </a:dk2>
      <a:lt2>
        <a:srgbClr val="E7E6E6"/>
      </a:lt2>
      <a:accent1>
        <a:srgbClr val="B2892A"/>
      </a:accent1>
      <a:accent2>
        <a:srgbClr val="062958"/>
      </a:accent2>
      <a:accent3>
        <a:srgbClr val="9D792F"/>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BF04ACB-0DC2-43E7-AD3A-CC54BC4609B8}" vid="{38FC6021-84E7-4FE5-BBED-04F0CE68FCE9}"/>
    </a:ext>
  </a:extLst>
</a:theme>
</file>

<file path=ppt/theme/theme2.xml><?xml version="1.0" encoding="utf-8"?>
<a:theme xmlns:a="http://schemas.openxmlformats.org/drawingml/2006/main" name="Normal 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BF04ACB-0DC2-43E7-AD3A-CC54BC4609B8}" vid="{39EDAFE2-CBEA-4B07-852C-D84CD2AD95A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82E785E0F85694F8C4810112C4BC8C7" ma:contentTypeVersion="12" ma:contentTypeDescription="Create a new document." ma:contentTypeScope="" ma:versionID="40d90b2f9f857beff958c65a223e0c83">
  <xsd:schema xmlns:xsd="http://www.w3.org/2001/XMLSchema" xmlns:xs="http://www.w3.org/2001/XMLSchema" xmlns:p="http://schemas.microsoft.com/office/2006/metadata/properties" xmlns:ns3="b81aa474-7d7b-4111-8c16-2b522a74ba05" targetNamespace="http://schemas.microsoft.com/office/2006/metadata/properties" ma:root="true" ma:fieldsID="070c20f119fbf23b9e3feb7a40b70531" ns3:_="">
    <xsd:import namespace="b81aa474-7d7b-4111-8c16-2b522a74ba05"/>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SystemTags" minOccurs="0"/>
                <xsd:element ref="ns3:MediaServiceDateTaken" minOccurs="0"/>
                <xsd:element ref="ns3:MediaLengthInSeconds"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1aa474-7d7b-4111-8c16-2b522a74ba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_activity" ma:index="19"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81aa474-7d7b-4111-8c16-2b522a74ba05" xsi:nil="true"/>
  </documentManagement>
</p:properties>
</file>

<file path=customXml/itemProps1.xml><?xml version="1.0" encoding="utf-8"?>
<ds:datastoreItem xmlns:ds="http://schemas.openxmlformats.org/officeDocument/2006/customXml" ds:itemID="{BD839B2B-6C25-4DDA-BF20-A805804E24A3}">
  <ds:schemaRefs>
    <ds:schemaRef ds:uri="http://schemas.microsoft.com/sharepoint/v3/contenttype/forms"/>
  </ds:schemaRefs>
</ds:datastoreItem>
</file>

<file path=customXml/itemProps2.xml><?xml version="1.0" encoding="utf-8"?>
<ds:datastoreItem xmlns:ds="http://schemas.openxmlformats.org/officeDocument/2006/customXml" ds:itemID="{D69D209E-9346-4787-8EEC-D9B618823B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1aa474-7d7b-4111-8c16-2b522a74b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1146DE-D78B-4855-A94E-D79748C89BB7}">
  <ds:schemaRefs>
    <ds:schemaRef ds:uri="http://purl.org/dc/terms/"/>
    <ds:schemaRef ds:uri="http://schemas.microsoft.com/office/2006/documentManagement/types"/>
    <ds:schemaRef ds:uri="http://schemas.openxmlformats.org/package/2006/metadata/core-properties"/>
    <ds:schemaRef ds:uri="http://purl.org/dc/dcmitype/"/>
    <ds:schemaRef ds:uri="http://purl.org/dc/elements/1.1/"/>
    <ds:schemaRef ds:uri="http://schemas.microsoft.com/office/2006/metadata/properties"/>
    <ds:schemaRef ds:uri="http://www.w3.org/XML/1998/namespace"/>
    <ds:schemaRef ds:uri="http://schemas.microsoft.com/office/infopath/2007/PartnerControls"/>
    <ds:schemaRef ds:uri="b81aa474-7d7b-4111-8c16-2b522a74ba05"/>
  </ds:schemaRefs>
</ds:datastoreItem>
</file>

<file path=docProps/app.xml><?xml version="1.0" encoding="utf-8"?>
<Properties xmlns="http://schemas.openxmlformats.org/officeDocument/2006/extended-properties" xmlns:vt="http://schemas.openxmlformats.org/officeDocument/2006/docPropsVTypes">
  <Template>LEPS_SlideDeckTemplate_v06df</Template>
  <TotalTime>152981</TotalTime>
  <Words>2026</Words>
  <Application>Microsoft Office PowerPoint</Application>
  <PresentationFormat>Widescreen</PresentationFormat>
  <Paragraphs>323</Paragraphs>
  <Slides>27</Slides>
  <Notes>22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27</vt:i4>
      </vt:variant>
    </vt:vector>
  </HeadingPairs>
  <TitlesOfParts>
    <vt:vector size="35" baseType="lpstr">
      <vt:lpstr>Calibri</vt:lpstr>
      <vt:lpstr>Wingdings</vt:lpstr>
      <vt:lpstr>Calibri Light</vt:lpstr>
      <vt:lpstr>Consolas</vt:lpstr>
      <vt:lpstr>Times New Roman</vt:lpstr>
      <vt:lpstr>Arial</vt:lpstr>
      <vt:lpstr>LEPS Template 2018</vt:lpstr>
      <vt:lpstr>Normal Office Theme</vt:lpstr>
      <vt:lpstr>Getting Started &amp; Lab 1</vt:lpstr>
      <vt:lpstr>Introduction</vt:lpstr>
      <vt:lpstr>Discussion/Lab Time</vt:lpstr>
      <vt:lpstr>AI? Machine Learning? Deep Learning?</vt:lpstr>
      <vt:lpstr>Logistics</vt:lpstr>
      <vt:lpstr>Code of Academic Conduct</vt:lpstr>
      <vt:lpstr>Your Friend: Language Models (LLMs)</vt:lpstr>
      <vt:lpstr>Lab Assignments</vt:lpstr>
      <vt:lpstr>Lab Assignments</vt:lpstr>
      <vt:lpstr>Class Schedule</vt:lpstr>
      <vt:lpstr>Class Schedule</vt:lpstr>
      <vt:lpstr>Lab 1:  Environment Setup &amp; Introduction to Software Tools</vt:lpstr>
      <vt:lpstr>Overview</vt:lpstr>
      <vt:lpstr>Terminal/Bash</vt:lpstr>
      <vt:lpstr>SSH - Secure Shell Protocol</vt:lpstr>
      <vt:lpstr>SSH - Port Bindings / Forwarding</vt:lpstr>
      <vt:lpstr>Git &amp; Github</vt:lpstr>
      <vt:lpstr>Git - Basics</vt:lpstr>
      <vt:lpstr>Docker</vt:lpstr>
      <vt:lpstr>Docker - Building Images and Containers</vt:lpstr>
      <vt:lpstr>Using Docker &amp; Container</vt:lpstr>
      <vt:lpstr>Jupyter Notebook</vt:lpstr>
      <vt:lpstr>Working on Jupyter &amp; Docker over SSH</vt:lpstr>
      <vt:lpstr>Google Colab</vt:lpstr>
      <vt:lpstr>Submissions on Canvas</vt:lpstr>
      <vt:lpstr>Lab 1 - Deliverables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MCX Simulations w/ Realistic Tissue Model</dc:title>
  <dc:creator>Randall L Fowler</dc:creator>
  <cp:lastModifiedBy>Randall L Fowler</cp:lastModifiedBy>
  <cp:revision>10</cp:revision>
  <dcterms:created xsi:type="dcterms:W3CDTF">2023-11-02T04:53:03Z</dcterms:created>
  <dcterms:modified xsi:type="dcterms:W3CDTF">2026-09-24T19:58:45Z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0x010100B82E785E0F85694F8C4810112C4BC8C7</vt:lpwstr>
  </property>
</Properties>
</file>