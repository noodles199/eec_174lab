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  <p:sldMasterId id="2147483679" r:id="rId5"/>
  </p:sldMasterIdLst>
  <p:notesMasterIdLst>
    <p:notesMasterId r:id="rId18"/>
  </p:notesMasterIdLst>
  <p:sldIdLst>
    <p:sldId id="341" r:id="rId6"/>
    <p:sldId id="402" r:id="rId7"/>
    <p:sldId id="257" r:id="rId8"/>
    <p:sldId id="401" r:id="rId9"/>
    <p:sldId id="406" r:id="rId10"/>
    <p:sldId id="408" r:id="rId11"/>
    <p:sldId id="409" r:id="rId12"/>
    <p:sldId id="410" r:id="rId13"/>
    <p:sldId id="411" r:id="rId14"/>
    <p:sldId id="407" r:id="rId15"/>
    <p:sldId id="400" r:id="rId16"/>
    <p:sldId id="40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445857-2109-AC2C-97D8-EC404A39D98D}" name="Randall L Fowler" initials="RF" userId="S::rlfowler@ucdavis.edu::a72b982d-69cd-4db4-a748-b89ebc78a5d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2859"/>
    <a:srgbClr val="FF8047"/>
    <a:srgbClr val="0563C1"/>
    <a:srgbClr val="AEAAAA"/>
    <a:srgbClr val="9F9C9C"/>
    <a:srgbClr val="062958"/>
    <a:srgbClr val="B2892A"/>
    <a:srgbClr val="FF0000"/>
    <a:srgbClr val="FFC000"/>
    <a:srgbClr val="8262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9AA60F-B431-43A0-86E1-F0D4F0C4555B}" v="44" dt="2026-10-16T18:32:41.6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16" autoAdjust="0"/>
    <p:restoredTop sz="76392" autoAdjust="0"/>
  </p:normalViewPr>
  <p:slideViewPr>
    <p:cSldViewPr snapToGrid="0" snapToObjects="1">
      <p:cViewPr varScale="1">
        <p:scale>
          <a:sx n="84" d="100"/>
          <a:sy n="84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6/11/relationships/changesInfo" Target="changesInfos/changesInfo1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dall L Fowler" userId="a72b982d-69cd-4db4-a748-b89ebc78a5d5" providerId="ADAL" clId="{E1B1D488-D5FA-4448-BE36-F8F38EBBDAF8}"/>
    <pc:docChg chg="undo custSel addSld delSld modSld sldOrd">
      <pc:chgData name="Randall L Fowler" userId="a72b982d-69cd-4db4-a748-b89ebc78a5d5" providerId="ADAL" clId="{E1B1D488-D5FA-4448-BE36-F8F38EBBDAF8}" dt="2026-10-16T18:33:06.322" v="1421" actId="1076"/>
      <pc:docMkLst>
        <pc:docMk/>
      </pc:docMkLst>
      <pc:sldChg chg="addSp delSp modSp mod">
        <pc:chgData name="Randall L Fowler" userId="a72b982d-69cd-4db4-a748-b89ebc78a5d5" providerId="ADAL" clId="{E1B1D488-D5FA-4448-BE36-F8F38EBBDAF8}" dt="2026-10-15T23:16:38.868" v="420" actId="1076"/>
        <pc:sldMkLst>
          <pc:docMk/>
          <pc:sldMk cId="0" sldId="257"/>
        </pc:sldMkLst>
        <pc:spChg chg="add del mod">
          <ac:chgData name="Randall L Fowler" userId="a72b982d-69cd-4db4-a748-b89ebc78a5d5" providerId="ADAL" clId="{E1B1D488-D5FA-4448-BE36-F8F38EBBDAF8}" dt="2026-10-15T23:15:01.820" v="379" actId="478"/>
          <ac:spMkLst>
            <pc:docMk/>
            <pc:sldMk cId="0" sldId="257"/>
            <ac:spMk id="2" creationId="{BCD717A7-6F67-F45D-C512-6C2BB2E08E7E}"/>
          </ac:spMkLst>
        </pc:spChg>
        <pc:spChg chg="mod">
          <ac:chgData name="Randall L Fowler" userId="a72b982d-69cd-4db4-a748-b89ebc78a5d5" providerId="ADAL" clId="{E1B1D488-D5FA-4448-BE36-F8F38EBBDAF8}" dt="2026-10-15T23:05:15.438" v="372" actId="20577"/>
          <ac:spMkLst>
            <pc:docMk/>
            <pc:sldMk cId="0" sldId="257"/>
            <ac:spMk id="62" creationId="{00000000-0000-0000-0000-000000000000}"/>
          </ac:spMkLst>
        </pc:spChg>
        <pc:spChg chg="mod">
          <ac:chgData name="Randall L Fowler" userId="a72b982d-69cd-4db4-a748-b89ebc78a5d5" providerId="ADAL" clId="{E1B1D488-D5FA-4448-BE36-F8F38EBBDAF8}" dt="2026-10-15T23:16:01.084" v="418" actId="20577"/>
          <ac:spMkLst>
            <pc:docMk/>
            <pc:sldMk cId="0" sldId="257"/>
            <ac:spMk id="63" creationId="{00000000-0000-0000-0000-000000000000}"/>
          </ac:spMkLst>
        </pc:spChg>
        <pc:picChg chg="add mod">
          <ac:chgData name="Randall L Fowler" userId="a72b982d-69cd-4db4-a748-b89ebc78a5d5" providerId="ADAL" clId="{E1B1D488-D5FA-4448-BE36-F8F38EBBDAF8}" dt="2026-10-15T23:16:38.868" v="420" actId="1076"/>
          <ac:picMkLst>
            <pc:docMk/>
            <pc:sldMk cId="0" sldId="257"/>
            <ac:picMk id="4" creationId="{C121567C-0C11-49BF-EDEF-E3BB6A8FA8F4}"/>
          </ac:picMkLst>
        </pc:picChg>
      </pc:sldChg>
      <pc:sldChg chg="modSp mod">
        <pc:chgData name="Randall L Fowler" userId="a72b982d-69cd-4db4-a748-b89ebc78a5d5" providerId="ADAL" clId="{E1B1D488-D5FA-4448-BE36-F8F38EBBDAF8}" dt="2026-10-14T19:48:20.674" v="50" actId="20577"/>
        <pc:sldMkLst>
          <pc:docMk/>
          <pc:sldMk cId="4261225032" sldId="341"/>
        </pc:sldMkLst>
        <pc:spChg chg="mod">
          <ac:chgData name="Randall L Fowler" userId="a72b982d-69cd-4db4-a748-b89ebc78a5d5" providerId="ADAL" clId="{E1B1D488-D5FA-4448-BE36-F8F38EBBDAF8}" dt="2026-10-14T19:48:20.674" v="50" actId="20577"/>
          <ac:spMkLst>
            <pc:docMk/>
            <pc:sldMk cId="4261225032" sldId="341"/>
            <ac:spMk id="10" creationId="{3B529743-A05C-7902-8743-5CC7655A08B4}"/>
          </ac:spMkLst>
        </pc:spChg>
      </pc:sldChg>
      <pc:sldChg chg="addSp delSp modSp mod ord modNotesTx">
        <pc:chgData name="Randall L Fowler" userId="a72b982d-69cd-4db4-a748-b89ebc78a5d5" providerId="ADAL" clId="{E1B1D488-D5FA-4448-BE36-F8F38EBBDAF8}" dt="2026-10-15T23:54:25.489" v="619" actId="1076"/>
        <pc:sldMkLst>
          <pc:docMk/>
          <pc:sldMk cId="3691123534" sldId="400"/>
        </pc:sldMkLst>
        <pc:spChg chg="mod">
          <ac:chgData name="Randall L Fowler" userId="a72b982d-69cd-4db4-a748-b89ebc78a5d5" providerId="ADAL" clId="{E1B1D488-D5FA-4448-BE36-F8F38EBBDAF8}" dt="2026-10-07T23:04:02.127" v="2"/>
          <ac:spMkLst>
            <pc:docMk/>
            <pc:sldMk cId="3691123534" sldId="400"/>
            <ac:spMk id="2" creationId="{6C6AEBE8-3FFB-FCC3-79AB-6602EB74890C}"/>
          </ac:spMkLst>
        </pc:spChg>
        <pc:spChg chg="mod">
          <ac:chgData name="Randall L Fowler" userId="a72b982d-69cd-4db4-a748-b89ebc78a5d5" providerId="ADAL" clId="{E1B1D488-D5FA-4448-BE36-F8F38EBBDAF8}" dt="2026-10-15T23:26:49.005" v="581" actId="20577"/>
          <ac:spMkLst>
            <pc:docMk/>
            <pc:sldMk cId="3691123534" sldId="400"/>
            <ac:spMk id="3" creationId="{04217F10-A9D8-B1AA-0D9D-897794291B48}"/>
          </ac:spMkLst>
        </pc:spChg>
        <pc:picChg chg="add del mod">
          <ac:chgData name="Randall L Fowler" userId="a72b982d-69cd-4db4-a748-b89ebc78a5d5" providerId="ADAL" clId="{E1B1D488-D5FA-4448-BE36-F8F38EBBDAF8}" dt="2026-10-15T23:54:15.818" v="613" actId="478"/>
          <ac:picMkLst>
            <pc:docMk/>
            <pc:sldMk cId="3691123534" sldId="400"/>
            <ac:picMk id="5" creationId="{4271C4A2-543C-0A8E-CE11-B51F69EEF0B9}"/>
          </ac:picMkLst>
        </pc:picChg>
        <pc:picChg chg="add mod">
          <ac:chgData name="Randall L Fowler" userId="a72b982d-69cd-4db4-a748-b89ebc78a5d5" providerId="ADAL" clId="{E1B1D488-D5FA-4448-BE36-F8F38EBBDAF8}" dt="2026-10-15T23:54:25.489" v="619" actId="1076"/>
          <ac:picMkLst>
            <pc:docMk/>
            <pc:sldMk cId="3691123534" sldId="400"/>
            <ac:picMk id="7" creationId="{3E8C8039-23AE-BA38-65A9-1A827917403F}"/>
          </ac:picMkLst>
        </pc:picChg>
        <pc:picChg chg="add del">
          <ac:chgData name="Randall L Fowler" userId="a72b982d-69cd-4db4-a748-b89ebc78a5d5" providerId="ADAL" clId="{E1B1D488-D5FA-4448-BE36-F8F38EBBDAF8}" dt="2026-10-15T23:53:58.125" v="609" actId="478"/>
          <ac:picMkLst>
            <pc:docMk/>
            <pc:sldMk cId="3691123534" sldId="400"/>
            <ac:picMk id="11" creationId="{F633DA5B-6769-635D-E9FD-D669D3CCC147}"/>
          </ac:picMkLst>
        </pc:picChg>
      </pc:sldChg>
      <pc:sldChg chg="addSp modSp add mod addAnim delAnim modAnim modNotesTx">
        <pc:chgData name="Randall L Fowler" userId="a72b982d-69cd-4db4-a748-b89ebc78a5d5" providerId="ADAL" clId="{E1B1D488-D5FA-4448-BE36-F8F38EBBDAF8}" dt="2026-10-15T23:59:27.808" v="745" actId="20577"/>
        <pc:sldMkLst>
          <pc:docMk/>
          <pc:sldMk cId="1137102447" sldId="401"/>
        </pc:sldMkLst>
        <pc:spChg chg="add mod">
          <ac:chgData name="Randall L Fowler" userId="a72b982d-69cd-4db4-a748-b89ebc78a5d5" providerId="ADAL" clId="{E1B1D488-D5FA-4448-BE36-F8F38EBBDAF8}" dt="2026-10-15T23:22:47.815" v="531" actId="1076"/>
          <ac:spMkLst>
            <pc:docMk/>
            <pc:sldMk cId="1137102447" sldId="401"/>
            <ac:spMk id="4" creationId="{CCCC4BA6-8ADD-59D9-2156-F31BF08F450B}"/>
          </ac:spMkLst>
        </pc:spChg>
        <pc:spChg chg="add mod">
          <ac:chgData name="Randall L Fowler" userId="a72b982d-69cd-4db4-a748-b89ebc78a5d5" providerId="ADAL" clId="{E1B1D488-D5FA-4448-BE36-F8F38EBBDAF8}" dt="2026-10-15T23:22:58.436" v="540" actId="1076"/>
          <ac:spMkLst>
            <pc:docMk/>
            <pc:sldMk cId="1137102447" sldId="401"/>
            <ac:spMk id="7" creationId="{3E36352A-5453-8B2F-47D6-ABF386305C1E}"/>
          </ac:spMkLst>
        </pc:spChg>
        <pc:spChg chg="add mod">
          <ac:chgData name="Randall L Fowler" userId="a72b982d-69cd-4db4-a748-b89ebc78a5d5" providerId="ADAL" clId="{E1B1D488-D5FA-4448-BE36-F8F38EBBDAF8}" dt="2026-10-15T23:24:14.138" v="566" actId="1076"/>
          <ac:spMkLst>
            <pc:docMk/>
            <pc:sldMk cId="1137102447" sldId="401"/>
            <ac:spMk id="11" creationId="{3D1E5B06-2F20-0039-F003-0BB9A9F7290A}"/>
          </ac:spMkLst>
        </pc:spChg>
        <pc:spChg chg="mod">
          <ac:chgData name="Randall L Fowler" userId="a72b982d-69cd-4db4-a748-b89ebc78a5d5" providerId="ADAL" clId="{E1B1D488-D5FA-4448-BE36-F8F38EBBDAF8}" dt="2026-10-15T23:16:59.402" v="434" actId="20577"/>
          <ac:spMkLst>
            <pc:docMk/>
            <pc:sldMk cId="1137102447" sldId="401"/>
            <ac:spMk id="62" creationId="{1DA3E0BB-50DE-495B-056D-CE004BAF004B}"/>
          </ac:spMkLst>
        </pc:spChg>
        <pc:spChg chg="mod">
          <ac:chgData name="Randall L Fowler" userId="a72b982d-69cd-4db4-a748-b89ebc78a5d5" providerId="ADAL" clId="{E1B1D488-D5FA-4448-BE36-F8F38EBBDAF8}" dt="2026-10-15T23:59:27.808" v="745" actId="20577"/>
          <ac:spMkLst>
            <pc:docMk/>
            <pc:sldMk cId="1137102447" sldId="401"/>
            <ac:spMk id="63" creationId="{CFD823CB-CD47-E92A-42F0-EA8F569E2524}"/>
          </ac:spMkLst>
        </pc:spChg>
        <pc:picChg chg="add mod">
          <ac:chgData name="Randall L Fowler" userId="a72b982d-69cd-4db4-a748-b89ebc78a5d5" providerId="ADAL" clId="{E1B1D488-D5FA-4448-BE36-F8F38EBBDAF8}" dt="2026-10-15T23:21:55.048" v="517" actId="1076"/>
          <ac:picMkLst>
            <pc:docMk/>
            <pc:sldMk cId="1137102447" sldId="401"/>
            <ac:picMk id="2" creationId="{9CCF69DF-D58F-D6A9-BFE9-CA5DCE6D7C41}"/>
          </ac:picMkLst>
        </pc:picChg>
        <pc:picChg chg="add mod">
          <ac:chgData name="Randall L Fowler" userId="a72b982d-69cd-4db4-a748-b89ebc78a5d5" providerId="ADAL" clId="{E1B1D488-D5FA-4448-BE36-F8F38EBBDAF8}" dt="2026-10-15T23:22:37.124" v="527" actId="1076"/>
          <ac:picMkLst>
            <pc:docMk/>
            <pc:sldMk cId="1137102447" sldId="401"/>
            <ac:picMk id="5" creationId="{E53D4166-A3EB-4F2D-B4DC-D370E30A4959}"/>
          </ac:picMkLst>
        </pc:picChg>
        <pc:picChg chg="add mod">
          <ac:chgData name="Randall L Fowler" userId="a72b982d-69cd-4db4-a748-b89ebc78a5d5" providerId="ADAL" clId="{E1B1D488-D5FA-4448-BE36-F8F38EBBDAF8}" dt="2026-10-15T23:23:57.472" v="545" actId="1076"/>
          <ac:picMkLst>
            <pc:docMk/>
            <pc:sldMk cId="1137102447" sldId="401"/>
            <ac:picMk id="9" creationId="{2DE4B183-C572-9752-323A-4239B18151F7}"/>
          </ac:picMkLst>
        </pc:picChg>
      </pc:sldChg>
      <pc:sldChg chg="addSp modSp mod modAnim modNotesTx">
        <pc:chgData name="Randall L Fowler" userId="a72b982d-69cd-4db4-a748-b89ebc78a5d5" providerId="ADAL" clId="{E1B1D488-D5FA-4448-BE36-F8F38EBBDAF8}" dt="2026-10-15T23:26:20.134" v="580" actId="20577"/>
        <pc:sldMkLst>
          <pc:docMk/>
          <pc:sldMk cId="297336877" sldId="402"/>
        </pc:sldMkLst>
        <pc:spChg chg="mod">
          <ac:chgData name="Randall L Fowler" userId="a72b982d-69cd-4db4-a748-b89ebc78a5d5" providerId="ADAL" clId="{E1B1D488-D5FA-4448-BE36-F8F38EBBDAF8}" dt="2026-10-15T23:05:01.956" v="370" actId="20577"/>
          <ac:spMkLst>
            <pc:docMk/>
            <pc:sldMk cId="297336877" sldId="402"/>
            <ac:spMk id="2" creationId="{D68D27A2-A5E3-A53E-A6D8-5A97F079EFD7}"/>
          </ac:spMkLst>
        </pc:spChg>
        <pc:spChg chg="mod">
          <ac:chgData name="Randall L Fowler" userId="a72b982d-69cd-4db4-a748-b89ebc78a5d5" providerId="ADAL" clId="{E1B1D488-D5FA-4448-BE36-F8F38EBBDAF8}" dt="2026-10-14T19:48:27.716" v="51" actId="20577"/>
          <ac:spMkLst>
            <pc:docMk/>
            <pc:sldMk cId="297336877" sldId="402"/>
            <ac:spMk id="3" creationId="{B797F977-9B3E-1162-6DBE-24BDBE73B471}"/>
          </ac:spMkLst>
        </pc:spChg>
        <pc:spChg chg="add mod ord">
          <ac:chgData name="Randall L Fowler" userId="a72b982d-69cd-4db4-a748-b89ebc78a5d5" providerId="ADAL" clId="{E1B1D488-D5FA-4448-BE36-F8F38EBBDAF8}" dt="2026-10-15T23:01:01.218" v="83" actId="313"/>
          <ac:spMkLst>
            <pc:docMk/>
            <pc:sldMk cId="297336877" sldId="402"/>
            <ac:spMk id="4" creationId="{6006DD87-BEC5-1D35-C249-3E7BE5768762}"/>
          </ac:spMkLst>
        </pc:spChg>
        <pc:spChg chg="add mod">
          <ac:chgData name="Randall L Fowler" userId="a72b982d-69cd-4db4-a748-b89ebc78a5d5" providerId="ADAL" clId="{E1B1D488-D5FA-4448-BE36-F8F38EBBDAF8}" dt="2026-10-15T23:01:21.675" v="86" actId="1076"/>
          <ac:spMkLst>
            <pc:docMk/>
            <pc:sldMk cId="297336877" sldId="402"/>
            <ac:spMk id="5" creationId="{E9BCA9F7-FA87-45A8-E92A-D77793021DC6}"/>
          </ac:spMkLst>
        </pc:spChg>
        <pc:grpChg chg="add mod">
          <ac:chgData name="Randall L Fowler" userId="a72b982d-69cd-4db4-a748-b89ebc78a5d5" providerId="ADAL" clId="{E1B1D488-D5FA-4448-BE36-F8F38EBBDAF8}" dt="2026-10-15T23:01:26.167" v="87" actId="1076"/>
          <ac:grpSpMkLst>
            <pc:docMk/>
            <pc:sldMk cId="297336877" sldId="402"/>
            <ac:grpSpMk id="6" creationId="{4F9AE7D3-9212-B857-8417-8B4B41856769}"/>
          </ac:grpSpMkLst>
        </pc:grpChg>
      </pc:sldChg>
      <pc:sldChg chg="modSp add del mod modAnim modNotesTx">
        <pc:chgData name="Randall L Fowler" userId="a72b982d-69cd-4db4-a748-b89ebc78a5d5" providerId="ADAL" clId="{E1B1D488-D5FA-4448-BE36-F8F38EBBDAF8}" dt="2026-10-15T23:55:31.094" v="626" actId="47"/>
        <pc:sldMkLst>
          <pc:docMk/>
          <pc:sldMk cId="2338333257" sldId="403"/>
        </pc:sldMkLst>
      </pc:sldChg>
      <pc:sldChg chg="modSp add del modNotesTx">
        <pc:chgData name="Randall L Fowler" userId="a72b982d-69cd-4db4-a748-b89ebc78a5d5" providerId="ADAL" clId="{E1B1D488-D5FA-4448-BE36-F8F38EBBDAF8}" dt="2026-10-15T23:55:31.094" v="626" actId="47"/>
        <pc:sldMkLst>
          <pc:docMk/>
          <pc:sldMk cId="1860787703" sldId="404"/>
        </pc:sldMkLst>
      </pc:sldChg>
      <pc:sldChg chg="add del">
        <pc:chgData name="Randall L Fowler" userId="a72b982d-69cd-4db4-a748-b89ebc78a5d5" providerId="ADAL" clId="{E1B1D488-D5FA-4448-BE36-F8F38EBBDAF8}" dt="2026-10-15T23:55:26.155" v="625" actId="47"/>
        <pc:sldMkLst>
          <pc:docMk/>
          <pc:sldMk cId="2743471542" sldId="405"/>
        </pc:sldMkLst>
      </pc:sldChg>
      <pc:sldChg chg="modSp new mod">
        <pc:chgData name="Randall L Fowler" userId="a72b982d-69cd-4db4-a748-b89ebc78a5d5" providerId="ADAL" clId="{E1B1D488-D5FA-4448-BE36-F8F38EBBDAF8}" dt="2026-10-16T00:12:09.832" v="1084" actId="20577"/>
        <pc:sldMkLst>
          <pc:docMk/>
          <pc:sldMk cId="3950529857" sldId="406"/>
        </pc:sldMkLst>
        <pc:spChg chg="mod">
          <ac:chgData name="Randall L Fowler" userId="a72b982d-69cd-4db4-a748-b89ebc78a5d5" providerId="ADAL" clId="{E1B1D488-D5FA-4448-BE36-F8F38EBBDAF8}" dt="2026-10-16T00:12:09.832" v="1084" actId="20577"/>
          <ac:spMkLst>
            <pc:docMk/>
            <pc:sldMk cId="3950529857" sldId="406"/>
            <ac:spMk id="2" creationId="{24D4D985-D748-F225-2BDC-80D4D2C8F53A}"/>
          </ac:spMkLst>
        </pc:spChg>
        <pc:spChg chg="mod">
          <ac:chgData name="Randall L Fowler" userId="a72b982d-69cd-4db4-a748-b89ebc78a5d5" providerId="ADAL" clId="{E1B1D488-D5FA-4448-BE36-F8F38EBBDAF8}" dt="2026-10-15T23:56:39.904" v="633" actId="20577"/>
          <ac:spMkLst>
            <pc:docMk/>
            <pc:sldMk cId="3950529857" sldId="406"/>
            <ac:spMk id="3" creationId="{4448E2E9-A56F-3404-84E0-31152FF09532}"/>
          </ac:spMkLst>
        </pc:spChg>
      </pc:sldChg>
      <pc:sldChg chg="addSp delSp modSp new mod ord">
        <pc:chgData name="Randall L Fowler" userId="a72b982d-69cd-4db4-a748-b89ebc78a5d5" providerId="ADAL" clId="{E1B1D488-D5FA-4448-BE36-F8F38EBBDAF8}" dt="2026-10-15T23:54:48.198" v="623" actId="478"/>
        <pc:sldMkLst>
          <pc:docMk/>
          <pc:sldMk cId="1105527958" sldId="407"/>
        </pc:sldMkLst>
        <pc:spChg chg="mod">
          <ac:chgData name="Randall L Fowler" userId="a72b982d-69cd-4db4-a748-b89ebc78a5d5" providerId="ADAL" clId="{E1B1D488-D5FA-4448-BE36-F8F38EBBDAF8}" dt="2026-10-15T23:31:12.313" v="607" actId="1076"/>
          <ac:spMkLst>
            <pc:docMk/>
            <pc:sldMk cId="1105527958" sldId="407"/>
            <ac:spMk id="2" creationId="{A00B3130-0D36-7E96-9C8A-C3876D9CBEEE}"/>
          </ac:spMkLst>
        </pc:spChg>
        <pc:spChg chg="mod">
          <ac:chgData name="Randall L Fowler" userId="a72b982d-69cd-4db4-a748-b89ebc78a5d5" providerId="ADAL" clId="{E1B1D488-D5FA-4448-BE36-F8F38EBBDAF8}" dt="2026-10-15T23:27:05.341" v="601" actId="20577"/>
          <ac:spMkLst>
            <pc:docMk/>
            <pc:sldMk cId="1105527958" sldId="407"/>
            <ac:spMk id="3" creationId="{E50A859B-8237-4511-ADB2-E6142AD58E8D}"/>
          </ac:spMkLst>
        </pc:spChg>
        <pc:picChg chg="add del mod">
          <ac:chgData name="Randall L Fowler" userId="a72b982d-69cd-4db4-a748-b89ebc78a5d5" providerId="ADAL" clId="{E1B1D488-D5FA-4448-BE36-F8F38EBBDAF8}" dt="2026-10-15T23:54:48.198" v="623" actId="478"/>
          <ac:picMkLst>
            <pc:docMk/>
            <pc:sldMk cId="1105527958" sldId="407"/>
            <ac:picMk id="5" creationId="{1C5D06F6-2275-E09F-D488-6BC72C2C230C}"/>
          </ac:picMkLst>
        </pc:picChg>
        <pc:picChg chg="add mod">
          <ac:chgData name="Randall L Fowler" userId="a72b982d-69cd-4db4-a748-b89ebc78a5d5" providerId="ADAL" clId="{E1B1D488-D5FA-4448-BE36-F8F38EBBDAF8}" dt="2026-10-15T23:54:44.326" v="622" actId="14826"/>
          <ac:picMkLst>
            <pc:docMk/>
            <pc:sldMk cId="1105527958" sldId="407"/>
            <ac:picMk id="7" creationId="{A05F1296-6430-FD55-A209-1723A398ED28}"/>
          </ac:picMkLst>
        </pc:picChg>
      </pc:sldChg>
      <pc:sldChg chg="modSp add mod">
        <pc:chgData name="Randall L Fowler" userId="a72b982d-69cd-4db4-a748-b89ebc78a5d5" providerId="ADAL" clId="{E1B1D488-D5FA-4448-BE36-F8F38EBBDAF8}" dt="2026-10-16T00:14:34.990" v="1258" actId="20577"/>
        <pc:sldMkLst>
          <pc:docMk/>
          <pc:sldMk cId="37194400" sldId="408"/>
        </pc:sldMkLst>
        <pc:spChg chg="mod">
          <ac:chgData name="Randall L Fowler" userId="a72b982d-69cd-4db4-a748-b89ebc78a5d5" providerId="ADAL" clId="{E1B1D488-D5FA-4448-BE36-F8F38EBBDAF8}" dt="2026-10-16T00:14:34.990" v="1258" actId="20577"/>
          <ac:spMkLst>
            <pc:docMk/>
            <pc:sldMk cId="37194400" sldId="408"/>
            <ac:spMk id="2" creationId="{B2CEA247-6FAD-AEBA-7185-5BB8EA32BFB2}"/>
          </ac:spMkLst>
        </pc:spChg>
        <pc:spChg chg="mod">
          <ac:chgData name="Randall L Fowler" userId="a72b982d-69cd-4db4-a748-b89ebc78a5d5" providerId="ADAL" clId="{E1B1D488-D5FA-4448-BE36-F8F38EBBDAF8}" dt="2026-10-15T23:56:45.530" v="636" actId="20577"/>
          <ac:spMkLst>
            <pc:docMk/>
            <pc:sldMk cId="37194400" sldId="408"/>
            <ac:spMk id="3" creationId="{2B3686EB-651E-8860-27DA-F4416A54983C}"/>
          </ac:spMkLst>
        </pc:spChg>
      </pc:sldChg>
      <pc:sldChg chg="modSp add mod">
        <pc:chgData name="Randall L Fowler" userId="a72b982d-69cd-4db4-a748-b89ebc78a5d5" providerId="ADAL" clId="{E1B1D488-D5FA-4448-BE36-F8F38EBBDAF8}" dt="2026-10-16T00:16:39.804" v="1386" actId="20577"/>
        <pc:sldMkLst>
          <pc:docMk/>
          <pc:sldMk cId="3127680647" sldId="409"/>
        </pc:sldMkLst>
        <pc:spChg chg="mod">
          <ac:chgData name="Randall L Fowler" userId="a72b982d-69cd-4db4-a748-b89ebc78a5d5" providerId="ADAL" clId="{E1B1D488-D5FA-4448-BE36-F8F38EBBDAF8}" dt="2026-10-16T00:16:39.804" v="1386" actId="20577"/>
          <ac:spMkLst>
            <pc:docMk/>
            <pc:sldMk cId="3127680647" sldId="409"/>
            <ac:spMk id="2" creationId="{11CD2867-F5F8-DD1E-1CFC-C3C2CEE5CDFC}"/>
          </ac:spMkLst>
        </pc:spChg>
        <pc:spChg chg="mod">
          <ac:chgData name="Randall L Fowler" userId="a72b982d-69cd-4db4-a748-b89ebc78a5d5" providerId="ADAL" clId="{E1B1D488-D5FA-4448-BE36-F8F38EBBDAF8}" dt="2026-10-15T23:56:47.773" v="637" actId="20577"/>
          <ac:spMkLst>
            <pc:docMk/>
            <pc:sldMk cId="3127680647" sldId="409"/>
            <ac:spMk id="3" creationId="{401F0ABB-4C5E-8636-195E-3018FD27768D}"/>
          </ac:spMkLst>
        </pc:spChg>
      </pc:sldChg>
      <pc:sldChg chg="modSp add mod">
        <pc:chgData name="Randall L Fowler" userId="a72b982d-69cd-4db4-a748-b89ebc78a5d5" providerId="ADAL" clId="{E1B1D488-D5FA-4448-BE36-F8F38EBBDAF8}" dt="2026-10-16T00:09:28.905" v="924" actId="313"/>
        <pc:sldMkLst>
          <pc:docMk/>
          <pc:sldMk cId="3143177128" sldId="410"/>
        </pc:sldMkLst>
        <pc:spChg chg="mod">
          <ac:chgData name="Randall L Fowler" userId="a72b982d-69cd-4db4-a748-b89ebc78a5d5" providerId="ADAL" clId="{E1B1D488-D5FA-4448-BE36-F8F38EBBDAF8}" dt="2026-10-16T00:09:28.905" v="924" actId="313"/>
          <ac:spMkLst>
            <pc:docMk/>
            <pc:sldMk cId="3143177128" sldId="410"/>
            <ac:spMk id="2" creationId="{A3280809-FA43-1DC5-EC8B-3DBD5649673D}"/>
          </ac:spMkLst>
        </pc:spChg>
        <pc:spChg chg="mod">
          <ac:chgData name="Randall L Fowler" userId="a72b982d-69cd-4db4-a748-b89ebc78a5d5" providerId="ADAL" clId="{E1B1D488-D5FA-4448-BE36-F8F38EBBDAF8}" dt="2026-10-16T00:05:41.138" v="752" actId="20577"/>
          <ac:spMkLst>
            <pc:docMk/>
            <pc:sldMk cId="3143177128" sldId="410"/>
            <ac:spMk id="3" creationId="{82F473A0-525B-639B-A3A7-7B2636B894BB}"/>
          </ac:spMkLst>
        </pc:spChg>
      </pc:sldChg>
      <pc:sldChg chg="delSp modSp add mod modClrScheme chgLayout">
        <pc:chgData name="Randall L Fowler" userId="a72b982d-69cd-4db4-a748-b89ebc78a5d5" providerId="ADAL" clId="{E1B1D488-D5FA-4448-BE36-F8F38EBBDAF8}" dt="2026-10-16T18:33:06.322" v="1421" actId="1076"/>
        <pc:sldMkLst>
          <pc:docMk/>
          <pc:sldMk cId="2672493440" sldId="411"/>
        </pc:sldMkLst>
        <pc:spChg chg="del">
          <ac:chgData name="Randall L Fowler" userId="a72b982d-69cd-4db4-a748-b89ebc78a5d5" providerId="ADAL" clId="{E1B1D488-D5FA-4448-BE36-F8F38EBBDAF8}" dt="2026-10-16T18:32:53.470" v="1388" actId="700"/>
          <ac:spMkLst>
            <pc:docMk/>
            <pc:sldMk cId="2672493440" sldId="411"/>
            <ac:spMk id="2" creationId="{A86FC7DF-F603-5749-7777-E669F4CE19B7}"/>
          </ac:spMkLst>
        </pc:spChg>
        <pc:spChg chg="mod ord">
          <ac:chgData name="Randall L Fowler" userId="a72b982d-69cd-4db4-a748-b89ebc78a5d5" providerId="ADAL" clId="{E1B1D488-D5FA-4448-BE36-F8F38EBBDAF8}" dt="2026-10-16T18:33:06.322" v="1421" actId="1076"/>
          <ac:spMkLst>
            <pc:docMk/>
            <pc:sldMk cId="2672493440" sldId="411"/>
            <ac:spMk id="3" creationId="{3C67F7F5-0A03-6D63-7AA1-6AD40898289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3C1FB-086C-E348-98D7-B4322F3B897C}" type="datetimeFigureOut">
              <a:rPr lang="en-US" smtClean="0"/>
              <a:t>10/14/2026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AD71B-C348-084E-8190-ED83D34943E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391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AD71B-C348-084E-8190-ED83D34943E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36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AD71B-C348-084E-8190-ED83D34943EC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5993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8B7F4868-760C-B0E8-C06B-C79A5C470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>
            <a:extLst>
              <a:ext uri="{FF2B5EF4-FFF2-40B4-BE49-F238E27FC236}">
                <a16:creationId xmlns:a16="http://schemas.microsoft.com/office/drawing/2014/main" id="{E21BC6E6-C11D-1B2D-CD79-AB36227879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2:notes">
            <a:extLst>
              <a:ext uri="{FF2B5EF4-FFF2-40B4-BE49-F238E27FC236}">
                <a16:creationId xmlns:a16="http://schemas.microsoft.com/office/drawing/2014/main" id="{279D2851-C3B1-7705-2A4F-4DE61D1F10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05402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0AD71B-C348-084E-8190-ED83D34943EC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381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Watertower 1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50CC55-3FC7-D24C-A651-D789C81A8CEA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C25DBB-103D-5349-B595-C223332A90F3}"/>
              </a:ext>
            </a:extLst>
          </p:cNvPr>
          <p:cNvSpPr/>
          <p:nvPr userDrawn="1"/>
        </p:nvSpPr>
        <p:spPr>
          <a:xfrm>
            <a:off x="1024127" y="3251201"/>
            <a:ext cx="6421702" cy="2656062"/>
          </a:xfrm>
          <a:prstGeom prst="rect">
            <a:avLst/>
          </a:prstGeom>
          <a:solidFill>
            <a:srgbClr val="B2892A"/>
          </a:solidFill>
          <a:ln>
            <a:solidFill>
              <a:srgbClr val="9C7724"/>
            </a:solidFill>
          </a:ln>
          <a:effectLst>
            <a:outerShdw blurRad="825500" dist="114300" dir="4320000" sx="104000" sy="104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E0A533A-728C-2F4C-99A1-4705577A966D}"/>
              </a:ext>
            </a:extLst>
          </p:cNvPr>
          <p:cNvCxnSpPr>
            <a:cxnSpLocks/>
          </p:cNvCxnSpPr>
          <p:nvPr userDrawn="1"/>
        </p:nvCxnSpPr>
        <p:spPr>
          <a:xfrm>
            <a:off x="1873956" y="5209820"/>
            <a:ext cx="476391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093-D600-254E-A3EC-8463C6D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DB9E8B94-DA8E-E348-904A-40DD07565663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200E-9C63-4B4A-8934-6043F6F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2E95-0D9E-E945-BD6D-EBF7133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D1EBDC8-5CD2-AC48-B9DD-87B73FE6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4" y="3251199"/>
            <a:ext cx="6421705" cy="2434590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18EB164-E068-2540-9EB4-E82CE44F8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124" y="5295014"/>
            <a:ext cx="6421705" cy="61201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3A6174-EFFF-1F46-9380-490520059F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0007" y="260343"/>
            <a:ext cx="2553939" cy="65405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D37FF44-E1CC-4B45-A794-FB0216A788C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290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Watertower 2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50CC55-3FC7-D24C-A651-D789C81A8CEA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093-D600-254E-A3EC-8463C6D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AEFC58E4-9623-124A-A027-F92E84F9637C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200E-9C63-4B4A-8934-6043F6F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2E95-0D9E-E945-BD6D-EBF7133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3A6174-EFFF-1F46-9380-490520059F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0007" y="260343"/>
            <a:ext cx="2553939" cy="654057"/>
          </a:xfrm>
          <a:prstGeom prst="rect">
            <a:avLst/>
          </a:prstGeom>
        </p:spPr>
      </p:pic>
      <p:sp>
        <p:nvSpPr>
          <p:cNvPr id="19" name="Subtitle 2">
            <a:extLst>
              <a:ext uri="{FF2B5EF4-FFF2-40B4-BE49-F238E27FC236}">
                <a16:creationId xmlns:a16="http://schemas.microsoft.com/office/drawing/2014/main" id="{E4F2A74D-F0B3-C244-9896-1ACF2861E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124" y="5295014"/>
            <a:ext cx="6421705" cy="612010"/>
          </a:xfrm>
          <a:solidFill>
            <a:srgbClr val="B2892A"/>
          </a:solidFill>
          <a:effectLst>
            <a:outerShdw blurRad="800100" dist="2540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769644E-DC59-F541-B234-6C296D536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4" y="3251200"/>
            <a:ext cx="6421705" cy="2043814"/>
          </a:xfrm>
          <a:solidFill>
            <a:srgbClr val="B2892A"/>
          </a:solidFill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150035A-39B5-9846-A714-BF03D23B924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368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Watertower 3]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50CC55-3FC7-D24C-A651-D789C81A8CEA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093-D600-254E-A3EC-8463C6D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D7E8A6A9-7887-FE48-9927-52E5CA647334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200E-9C63-4B4A-8934-6043F6F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2E95-0D9E-E945-BD6D-EBF7133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D1EBDC8-5CD2-AC48-B9DD-87B73FE6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4" y="3251199"/>
            <a:ext cx="6421705" cy="2434590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18EB164-E068-2540-9EB4-E82CE44F8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124" y="5295014"/>
            <a:ext cx="6421705" cy="61201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3A6174-EFFF-1F46-9380-490520059F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0007" y="260343"/>
            <a:ext cx="2553939" cy="6540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E6D8045-B9AA-4847-B53F-3C9A0811B3B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66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Kemper 1]">
    <p:bg>
      <p:bgPr>
        <a:blipFill dpi="0" rotWithShape="1">
          <a:blip r:embed="rId2">
            <a:lum/>
          </a:blip>
          <a:srcRect/>
          <a:stretch>
            <a:fillRect t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50CC55-3FC7-D24C-A651-D789C81A8CEA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>
              <a:solidFill>
                <a:schemeClr val="tx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C25DBB-103D-5349-B595-C223332A90F3}"/>
              </a:ext>
            </a:extLst>
          </p:cNvPr>
          <p:cNvSpPr/>
          <p:nvPr userDrawn="1"/>
        </p:nvSpPr>
        <p:spPr>
          <a:xfrm>
            <a:off x="1024127" y="3251201"/>
            <a:ext cx="6421702" cy="2656062"/>
          </a:xfrm>
          <a:prstGeom prst="rect">
            <a:avLst/>
          </a:prstGeom>
          <a:solidFill>
            <a:srgbClr val="B2892A"/>
          </a:solidFill>
          <a:ln>
            <a:solidFill>
              <a:srgbClr val="9C7724"/>
            </a:solidFill>
          </a:ln>
          <a:effectLst>
            <a:outerShdw blurRad="825500" dist="114300" dir="4320000" sx="104000" sy="104000" algn="tl" rotWithShape="0">
              <a:prstClr val="black">
                <a:alpha val="35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E0A533A-728C-2F4C-99A1-4705577A966D}"/>
              </a:ext>
            </a:extLst>
          </p:cNvPr>
          <p:cNvCxnSpPr>
            <a:cxnSpLocks/>
          </p:cNvCxnSpPr>
          <p:nvPr userDrawn="1"/>
        </p:nvCxnSpPr>
        <p:spPr>
          <a:xfrm>
            <a:off x="1873956" y="5209820"/>
            <a:ext cx="4763911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093-D600-254E-A3EC-8463C6D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5169A792-63B0-9F47-AF0C-ABE96058BAE2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200E-9C63-4B4A-8934-6043F6F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2E95-0D9E-E945-BD6D-EBF7133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D1EBDC8-5CD2-AC48-B9DD-87B73FE6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4" y="3251199"/>
            <a:ext cx="6421705" cy="2434590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18EB164-E068-2540-9EB4-E82CE44F8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124" y="5295014"/>
            <a:ext cx="6421705" cy="61201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3A6174-EFFF-1F46-9380-490520059F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0007" y="260343"/>
            <a:ext cx="2553939" cy="6540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02B0423-B0BB-7548-9FF1-432CBDCB556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765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Kemper 2]">
    <p:bg>
      <p:bgPr>
        <a:blipFill dpi="0" rotWithShape="1">
          <a:blip r:embed="rId2">
            <a:lum/>
          </a:blip>
          <a:srcRect/>
          <a:stretch>
            <a:fillRect t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50CC55-3FC7-D24C-A651-D789C81A8CEA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093-D600-254E-A3EC-8463C6D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3D3E29E-CA26-954B-A10C-DAA64801B65F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200E-9C63-4B4A-8934-6043F6F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2E95-0D9E-E945-BD6D-EBF7133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18EB164-E068-2540-9EB4-E82CE44F8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124" y="5295014"/>
            <a:ext cx="6421705" cy="612010"/>
          </a:xfrm>
          <a:solidFill>
            <a:srgbClr val="B2892A"/>
          </a:solidFill>
          <a:effectLst>
            <a:outerShdw blurRad="800100" dist="254000" dir="5400000" algn="t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3A6174-EFFF-1F46-9380-490520059F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0007" y="260343"/>
            <a:ext cx="2553939" cy="654057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93D3C83-DCF4-614A-8C1F-8B2A3157D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4" y="3251200"/>
            <a:ext cx="6421705" cy="2043814"/>
          </a:xfrm>
          <a:solidFill>
            <a:srgbClr val="B2892A"/>
          </a:solidFill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B1B547-C8D0-A340-B3CB-6B9E31F093A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23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[Kemper 3]">
    <p:bg>
      <p:bgPr>
        <a:blipFill dpi="0" rotWithShape="1">
          <a:blip r:embed="rId2">
            <a:lum/>
          </a:blip>
          <a:srcRect/>
          <a:stretch>
            <a:fillRect t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050CC55-3FC7-D24C-A651-D789C81A8CEA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093-D600-254E-A3EC-8463C6D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F5DB035A-C576-4B41-8AA7-7911912653C6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200E-9C63-4B4A-8934-6043F6F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2E95-0D9E-E945-BD6D-EBF7133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D1EBDC8-5CD2-AC48-B9DD-87B73FE6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4" y="3251199"/>
            <a:ext cx="6421705" cy="2434590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18EB164-E068-2540-9EB4-E82CE44F8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124" y="5295014"/>
            <a:ext cx="6421705" cy="61201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3A6174-EFFF-1F46-9380-490520059F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0007" y="260343"/>
            <a:ext cx="2553939" cy="65405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AE52E3-41E2-5C4D-A60B-F430687D84B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27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blue ucd grey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AF672C9-2476-2845-9332-95815999EAED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093-D600-254E-A3EC-8463C6D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D19A529-1DCD-8840-B968-8AFB96414ABC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200E-9C63-4B4A-8934-6043F6F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2E95-0D9E-E945-BD6D-EBF7133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D1EBDC8-5CD2-AC48-B9DD-87B73FE6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18EB164-E068-2540-9EB4-E82CE44F8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3A6174-EFFF-1F46-9380-490520059F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007" y="260343"/>
            <a:ext cx="2553939" cy="65405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20ABD7-BA60-1945-93A3-45FF518374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666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gold ucd grey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AF672C9-2476-2845-9332-95815999EAED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093-D600-254E-A3EC-8463C6D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4462F450-E32B-9E40-ACDE-AE7CBB37AB86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200E-9C63-4B4A-8934-6043F6F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2E95-0D9E-E945-BD6D-EBF7133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D1EBDC8-5CD2-AC48-B9DD-87B73FE6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18EB164-E068-2540-9EB4-E82CE44F8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3D55CF-743C-4744-8775-F4AA81E81A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007" y="260343"/>
            <a:ext cx="2553939" cy="6540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C4F673-1BB3-9A4F-B216-D2614ABB77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17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blue ucd blu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AF672C9-2476-2845-9332-95815999EAED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093-D600-254E-A3EC-8463C6D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3D19A529-1DCD-8840-B968-8AFB96414ABC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200E-9C63-4B4A-8934-6043F6F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2E95-0D9E-E945-BD6D-EBF7133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D1EBDC8-5CD2-AC48-B9DD-87B73FE6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18EB164-E068-2540-9EB4-E82CE44F8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3A6174-EFFF-1F46-9380-490520059FF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007" y="260343"/>
            <a:ext cx="2553939" cy="65405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520ABD7-BA60-1945-93A3-45FF5183747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982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gold ucd blu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AF672C9-2476-2845-9332-95815999EAED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32093-D600-254E-A3EC-8463C6D94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4462F450-E32B-9E40-ACDE-AE7CBB37AB86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0200E-9C63-4B4A-8934-6043F6F1C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072E95-0D9E-E945-BD6D-EBF713393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D1EBDC8-5CD2-AC48-B9DD-87B73FE65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118EB164-E068-2540-9EB4-E82CE44F8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3D55CF-743C-4744-8775-F4AA81E81A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0007" y="260343"/>
            <a:ext cx="2553939" cy="6540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5C4F673-1BB3-9A4F-B216-D2614ABB77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37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416E-23B6-6143-B9B7-576C64656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FA357-8FB4-014C-A5AB-C5293C1C5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22945-030F-814D-BC83-B8F2F735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3242E-6C92-0C44-8E81-A3F105E4844B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22A4A-2475-F741-83D5-FA874ACC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384B3-E98E-F346-B798-6409830D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13638-F570-6140-9411-EDE9A9BB833F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21980-A898-7147-A4A0-BD887F240F92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</p:spTree>
    <p:extLst>
      <p:ext uri="{BB962C8B-B14F-4D97-AF65-F5344CB8AC3E}">
        <p14:creationId xmlns:p14="http://schemas.microsoft.com/office/powerpoint/2010/main" val="6211839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(sm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416E-23B6-6143-B9B7-576C64656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FA357-8FB4-014C-A5AB-C5293C1C5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22945-030F-814D-BC83-B8F2F735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3242E-6C92-0C44-8E81-A3F105E4844B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22A4A-2475-F741-83D5-FA874ACC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13638-F570-6140-9411-EDE9A9BB833F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21980-A898-7147-A4A0-BD887F240F92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1BA9BAD-E452-CC48-A696-744DF131F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87761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2" name="Picture 11" descr="LOGO_LARGE.png">
            <a:extLst>
              <a:ext uri="{FF2B5EF4-FFF2-40B4-BE49-F238E27FC236}">
                <a16:creationId xmlns:a16="http://schemas.microsoft.com/office/drawing/2014/main" id="{476414B5-B3E0-C74D-B600-38B8F5EFD6D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12" y="6255216"/>
            <a:ext cx="1691596" cy="527091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4171334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(larg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416E-23B6-6143-B9B7-576C64656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FA357-8FB4-014C-A5AB-C5293C1C5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22945-030F-814D-BC83-B8F2F7354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3242E-6C92-0C44-8E81-A3F105E4844B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22A4A-2475-F741-83D5-FA874ACCF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13638-F570-6140-9411-EDE9A9BB833F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21980-A898-7147-A4A0-BD887F240F92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6739AB04-46EF-0446-B8FA-8D8317AE8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Picture 9" descr="LOGO_LARGE.png">
            <a:extLst>
              <a:ext uri="{FF2B5EF4-FFF2-40B4-BE49-F238E27FC236}">
                <a16:creationId xmlns:a16="http://schemas.microsoft.com/office/drawing/2014/main" id="{319C4FBD-EA39-D447-9346-6D4B72AEA1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064" y="5995924"/>
            <a:ext cx="2523744" cy="786384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062022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(grey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416E-23B6-6143-B9B7-576C64656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FA357-8FB4-014C-A5AB-C5293C1C5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125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13638-F570-6140-9411-EDE9A9BB833F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21980-A898-7147-A4A0-BD887F240F92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77F1B6-448B-6648-A62A-76CB8F022581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46C0C1A1-8827-054E-A89E-888326E1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3697" y="6356350"/>
            <a:ext cx="3037703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7B695056-B814-DA46-BABE-C26A7FB50DF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85DF1983-1B5F-BF49-BA43-46163498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1B9267C-7155-1645-A819-E5AF3C94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045464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1047EA-B8B4-6944-8762-F99567A06B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175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(blue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416E-23B6-6143-B9B7-576C64656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8FA357-8FB4-014C-A5AB-C5293C1C5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125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13638-F570-6140-9411-EDE9A9BB833F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621980-A898-7147-A4A0-BD887F240F92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77F1B6-448B-6648-A62A-76CB8F022581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46C0C1A1-8827-054E-A89E-888326E143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3697" y="6356350"/>
            <a:ext cx="3037703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7B695056-B814-DA46-BABE-C26A7FB50DF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85DF1983-1B5F-BF49-BA43-461634982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1B9267C-7155-1645-A819-E5AF3C943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045464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61047EA-B8B4-6944-8762-F99567A06B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5695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1409-B7CF-D047-BFB6-990C30C6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60E5-950B-4B42-A9A0-B48694C72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97" y="1238373"/>
            <a:ext cx="11104606" cy="5016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3936-D245-8B46-B392-ADDDFB32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736D-7FDC-6C4D-B44B-DB1D3A8DFA2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5FAF-5434-D44F-949B-C834C9D2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741E1-DDC0-A741-83F8-432BFC846C65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E1434-5E47-2544-9FCF-CE7287745DC1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190E7AC-333D-1445-9111-860A0152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37704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8689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sm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1409-B7CF-D047-BFB6-990C30C6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60E5-950B-4B42-A9A0-B48694C72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97" y="1238373"/>
            <a:ext cx="11104606" cy="5016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3936-D245-8B46-B392-ADDDFB32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736D-7FDC-6C4D-B44B-DB1D3A8DFA2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5FAF-5434-D44F-949B-C834C9D2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741E1-DDC0-A741-83F8-432BFC846C65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E1434-5E47-2544-9FCF-CE7287745DC1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190E7AC-333D-1445-9111-860A0152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87761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2" name="Picture 11" descr="LOGO_LARGE.png">
            <a:extLst>
              <a:ext uri="{FF2B5EF4-FFF2-40B4-BE49-F238E27FC236}">
                <a16:creationId xmlns:a16="http://schemas.microsoft.com/office/drawing/2014/main" id="{186428EC-E9A6-6B40-8025-933D321427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12" y="6255216"/>
            <a:ext cx="1691596" cy="527091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038438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larg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1409-B7CF-D047-BFB6-990C30C63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60E5-950B-4B42-A9A0-B48694C72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97" y="1238373"/>
            <a:ext cx="11104606" cy="5016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3936-D245-8B46-B392-ADDDFB32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736D-7FDC-6C4D-B44B-DB1D3A8DFA2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5FAF-5434-D44F-949B-C834C9D2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741E1-DDC0-A741-83F8-432BFC846C65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E1434-5E47-2544-9FCF-CE7287745DC1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190E7AC-333D-1445-9111-860A0152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2" name="Picture 11" descr="LOGO_LARGE.png">
            <a:extLst>
              <a:ext uri="{FF2B5EF4-FFF2-40B4-BE49-F238E27FC236}">
                <a16:creationId xmlns:a16="http://schemas.microsoft.com/office/drawing/2014/main" id="{186428EC-E9A6-6B40-8025-933D321427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064" y="5995924"/>
            <a:ext cx="2523744" cy="786384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8564929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grey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AED32E-EC4E-4042-AED0-6DDFF414E6F1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164F1-953B-DB49-A157-2A08B792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7B695056-B814-DA46-BABE-C26A7FB50DF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9085A-7241-0A49-8211-DCCF5614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87EA5-CFE4-B543-BEB0-77492FD9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045464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56079-C122-1C45-ADAF-324A8B0815CB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66775-8B20-2F47-90A6-D0A6887E31F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1D0E82-909A-9E40-9F53-E9C96A0FA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91C0A1C-1613-C943-B78E-4E2297909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8F4448F-9208-004F-9216-98016CA3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97" y="1238374"/>
            <a:ext cx="11104606" cy="44766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09094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lu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60E5-950B-4B42-A9A0-B48694C72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97" y="1238373"/>
            <a:ext cx="11104606" cy="5016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3936-D245-8B46-B392-ADDDFB32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736D-7FDC-6C4D-B44B-DB1D3A8DFA2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5FAF-5434-D44F-949B-C834C9D2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741E1-DDC0-A741-83F8-432BFC846C65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E1434-5E47-2544-9FCF-CE7287745DC1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190E7AC-333D-1445-9111-860A0152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37704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86449C-8A5C-EF40-A001-EAC002B6E306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69546B-AE4F-5540-8E05-DB8AA4836FF1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E1AA8CF-A443-5342-BA8B-0F54BD446B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5017" y="149142"/>
            <a:ext cx="2624283" cy="816523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3B24F39-49DA-A840-9783-9CF2D8215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5781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(blu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60E5-950B-4B42-A9A0-B48694C72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97" y="1238373"/>
            <a:ext cx="11104606" cy="5016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3936-D245-8B46-B392-ADDDFB32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736D-7FDC-6C4D-B44B-DB1D3A8DFA2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5FAF-5434-D44F-949B-C834C9D2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741E1-DDC0-A741-83F8-432BFC846C65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E1434-5E47-2544-9FCF-CE7287745DC1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190E7AC-333D-1445-9111-860A0152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37704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86449C-8A5C-EF40-A001-EAC002B6E306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69546B-AE4F-5540-8E05-DB8AA4836FF1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3B24F39-49DA-A840-9783-9CF2D8215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4FE315-8A88-40D5-86E9-2DAE880367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lum bright="100000" contrast="-100000"/>
          </a:blip>
          <a:stretch>
            <a:fillRect/>
          </a:stretch>
        </p:blipFill>
        <p:spPr>
          <a:xfrm>
            <a:off x="9659025" y="313317"/>
            <a:ext cx="2260600" cy="57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189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lue header 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160E5-950B-4B42-A9A0-B48694C72F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697" y="1238373"/>
            <a:ext cx="11104606" cy="50168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C3936-D245-8B46-B392-ADDDFB32C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57736D-7FDC-6C4D-B44B-DB1D3A8DFA2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65FAF-5434-D44F-949B-C834C9D24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741E1-DDC0-A741-83F8-432BFC846C65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0E1434-5E47-2544-9FCF-CE7287745DC1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A190E7AC-333D-1445-9111-860A01528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37704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86449C-8A5C-EF40-A001-EAC002B6E306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569546B-AE4F-5540-8E05-DB8AA4836FF1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3B24F39-49DA-A840-9783-9CF2D8215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87297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9AF6-4A0A-6047-B2FA-2C4BAD93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39"/>
            <a:ext cx="11104606" cy="10379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545B-274C-F441-BEEC-A1E766EA6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697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0D40D-527F-B149-8D0E-9DE27AAB3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5E58B-4A24-E843-B500-C330252B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DBD15-C033-E14A-8F59-3E082E0DE59F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85A90-3CCA-0942-B9AC-E9699817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4FCC7-DB94-CA40-9AAB-0D5C2644827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C772A-49CA-6243-82DF-F6CD6F343FBC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0901AFF-2789-B24D-8A94-A1E07836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3770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64199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sm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9AF6-4A0A-6047-B2FA-2C4BAD93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39"/>
            <a:ext cx="11104606" cy="10379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545B-274C-F441-BEEC-A1E766EA6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697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0D40D-527F-B149-8D0E-9DE27AAB3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5E58B-4A24-E843-B500-C330252B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DBD15-C033-E14A-8F59-3E082E0DE59F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85A90-3CCA-0942-B9AC-E9699817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4FCC7-DB94-CA40-9AAB-0D5C2644827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C772A-49CA-6243-82DF-F6CD6F343FBC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0901AFF-2789-B24D-8A94-A1E07836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87761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Picture 12" descr="LOGO_LARGE.png">
            <a:extLst>
              <a:ext uri="{FF2B5EF4-FFF2-40B4-BE49-F238E27FC236}">
                <a16:creationId xmlns:a16="http://schemas.microsoft.com/office/drawing/2014/main" id="{41E20228-11BD-6748-BAAB-92EF453F84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12" y="6255216"/>
            <a:ext cx="1691596" cy="527091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4899100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larg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69AF6-4A0A-6047-B2FA-2C4BAD93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39"/>
            <a:ext cx="11104606" cy="10379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545B-274C-F441-BEEC-A1E766EA6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697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0D40D-527F-B149-8D0E-9DE27AAB3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5E58B-4A24-E843-B500-C330252B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DBD15-C033-E14A-8F59-3E082E0DE59F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85A90-3CCA-0942-B9AC-E9699817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4FCC7-DB94-CA40-9AAB-0D5C2644827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C772A-49CA-6243-82DF-F6CD6F343FBC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7EA4AF3-946F-9549-8183-FB6E3E7DC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Picture 10" descr="LOGO_LARGE.png">
            <a:extLst>
              <a:ext uri="{FF2B5EF4-FFF2-40B4-BE49-F238E27FC236}">
                <a16:creationId xmlns:a16="http://schemas.microsoft.com/office/drawing/2014/main" id="{F567D2A3-24C4-0E4D-85A1-05AA77152D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064" y="5995924"/>
            <a:ext cx="2523744" cy="786384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147324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grey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35942D-8E77-9E46-A985-AA94C6F44CDC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3" name="Slide Number Placeholder 3">
            <a:extLst>
              <a:ext uri="{FF2B5EF4-FFF2-40B4-BE49-F238E27FC236}">
                <a16:creationId xmlns:a16="http://schemas.microsoft.com/office/drawing/2014/main" id="{81AC6A1E-E7B7-CA4A-8EF5-E0546CD28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045464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4C15ECD-23C7-A94D-A700-5D4BBDAAA9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D69AF6-4A0A-6047-B2FA-2C4BAD932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39"/>
            <a:ext cx="11104606" cy="10379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545B-274C-F441-BEEC-A1E766EA6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697" y="1238373"/>
            <a:ext cx="5476103" cy="4476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0D40D-527F-B149-8D0E-9DE27AAB3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38373"/>
            <a:ext cx="5476103" cy="44766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5E58B-4A24-E843-B500-C330252B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8FDBD15-C033-E14A-8F59-3E082E0DE59F}" type="datetime1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85A90-3CCA-0942-B9AC-E9699817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4FCC7-DB94-CA40-9AAB-0D5C2644827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C772A-49CA-6243-82DF-F6CD6F343FBC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</p:spTree>
    <p:extLst>
      <p:ext uri="{BB962C8B-B14F-4D97-AF65-F5344CB8AC3E}">
        <p14:creationId xmlns:p14="http://schemas.microsoft.com/office/powerpoint/2010/main" val="2221393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blu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545B-274C-F441-BEEC-A1E766EA6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697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0D40D-527F-B149-8D0E-9DE27AAB3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5E58B-4A24-E843-B500-C330252B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DBD15-C033-E14A-8F59-3E082E0DE59F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85A90-3CCA-0942-B9AC-E9699817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4FCC7-DB94-CA40-9AAB-0D5C2644827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C772A-49CA-6243-82DF-F6CD6F343FBC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0901AFF-2789-B24D-8A94-A1E07836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3770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140D50-C7BC-9F44-B707-E890DAD6957C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C81187-B663-7645-8B14-086DC193E329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D11474F-0596-864B-A280-225D3AD205E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5017" y="149142"/>
            <a:ext cx="2624283" cy="816523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475766F8-92DC-8644-A34E-0962ED283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0"/>
            <a:ext cx="11104606" cy="11148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2196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(blu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545B-274C-F441-BEEC-A1E766EA6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697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0D40D-527F-B149-8D0E-9DE27AAB3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5E58B-4A24-E843-B500-C330252B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DBD15-C033-E14A-8F59-3E082E0DE59F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85A90-3CCA-0942-B9AC-E9699817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4FCC7-DB94-CA40-9AAB-0D5C2644827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C772A-49CA-6243-82DF-F6CD6F343FBC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0901AFF-2789-B24D-8A94-A1E07836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3770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140D50-C7BC-9F44-B707-E890DAD6957C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C81187-B663-7645-8B14-086DC193E329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75766F8-92DC-8644-A34E-0962ED283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0"/>
            <a:ext cx="11104606" cy="11148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EE9DE9-3578-4EC1-B4E5-83BEF3F59A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lum bright="100000" contrast="-100000"/>
          </a:blip>
          <a:stretch>
            <a:fillRect/>
          </a:stretch>
        </p:blipFill>
        <p:spPr>
          <a:xfrm>
            <a:off x="9659025" y="313317"/>
            <a:ext cx="2260600" cy="57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0395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blue header 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6545B-274C-F441-BEEC-A1E766EA6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3697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00D40D-527F-B149-8D0E-9DE27AAB33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238373"/>
            <a:ext cx="5476103" cy="49217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5E58B-4A24-E843-B500-C330252B2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DBD15-C033-E14A-8F59-3E082E0DE59F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085A90-3CCA-0942-B9AC-E9699817E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C4FCC7-DB94-CA40-9AAB-0D5C2644827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C772A-49CA-6243-82DF-F6CD6F343FBC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80901AFF-2789-B24D-8A94-A1E078360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3770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140D50-C7BC-9F44-B707-E890DAD6957C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C81187-B663-7645-8B14-086DC193E329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75766F8-92DC-8644-A34E-0962ED283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0"/>
            <a:ext cx="11104606" cy="11148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3925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054B-7A3F-A340-A7C6-7A1CFD44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1"/>
            <a:ext cx="11096367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1AFEC-1A4E-F142-9078-A51F1A1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698" y="900753"/>
            <a:ext cx="54538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873B0-5895-4341-A527-C8C2BE8C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698" y="1724664"/>
            <a:ext cx="5453878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59B2E-3317-7149-96D5-6856784B3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900753"/>
            <a:ext cx="54678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773D2-FFEC-C843-852A-FDDDC1424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724664"/>
            <a:ext cx="5467865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74533-C805-9D44-8121-78312DE4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C8664-D55A-B944-B007-2DEFEDE3B06A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64C43-C5D6-0A46-8640-AE889351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3F989-AD75-D441-87AE-60365255D4F4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46FFE-11D4-8445-BC8E-C897D0749B2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8343B80-26AE-A34B-AAE7-0D6F1B0C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9465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65953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(sm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054B-7A3F-A340-A7C6-7A1CFD44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1"/>
            <a:ext cx="11096367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1AFEC-1A4E-F142-9078-A51F1A1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698" y="900753"/>
            <a:ext cx="54538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873B0-5895-4341-A527-C8C2BE8C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698" y="1724664"/>
            <a:ext cx="5453878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59B2E-3317-7149-96D5-6856784B3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900753"/>
            <a:ext cx="54678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773D2-FFEC-C843-852A-FDDDC1424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724664"/>
            <a:ext cx="5467865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74533-C805-9D44-8121-78312DE4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C8664-D55A-B944-B007-2DEFEDE3B06A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64C43-C5D6-0A46-8640-AE889351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3F989-AD75-D441-87AE-60365255D4F4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46FFE-11D4-8445-BC8E-C897D0749B2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8343B80-26AE-A34B-AAE7-0D6F1B0C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87761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Picture 14" descr="LOGO_LARGE.png">
            <a:extLst>
              <a:ext uri="{FF2B5EF4-FFF2-40B4-BE49-F238E27FC236}">
                <a16:creationId xmlns:a16="http://schemas.microsoft.com/office/drawing/2014/main" id="{9FCD78BA-1906-7741-B889-933956EAD6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12" y="6255216"/>
            <a:ext cx="1691596" cy="527091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907473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(larg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054B-7A3F-A340-A7C6-7A1CFD44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1"/>
            <a:ext cx="11096367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1AFEC-1A4E-F142-9078-A51F1A1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698" y="900753"/>
            <a:ext cx="54538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873B0-5895-4341-A527-C8C2BE8C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698" y="1724664"/>
            <a:ext cx="5453878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59B2E-3317-7149-96D5-6856784B3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900753"/>
            <a:ext cx="54678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773D2-FFEC-C843-852A-FDDDC1424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724664"/>
            <a:ext cx="5467865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74533-C805-9D44-8121-78312DE4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C8664-D55A-B944-B007-2DEFEDE3B06A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64C43-C5D6-0A46-8640-AE889351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3F989-AD75-D441-87AE-60365255D4F4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46FFE-11D4-8445-BC8E-C897D0749B2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1B166507-44A7-6B44-BD1F-3CCA3F26A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Picture 12" descr="LOGO_LARGE.png">
            <a:extLst>
              <a:ext uri="{FF2B5EF4-FFF2-40B4-BE49-F238E27FC236}">
                <a16:creationId xmlns:a16="http://schemas.microsoft.com/office/drawing/2014/main" id="{5757BF0F-049A-A44C-ADC4-F7E0E34412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064" y="5995924"/>
            <a:ext cx="2523744" cy="786384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190561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(grey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A054B-7A3F-A340-A7C6-7A1CFD448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1"/>
            <a:ext cx="11096367" cy="8239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1AFEC-1A4E-F142-9078-A51F1A1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698" y="900753"/>
            <a:ext cx="5453878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3200" b="1" u="sng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873B0-5895-4341-A527-C8C2BE8C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698" y="1724665"/>
            <a:ext cx="5453878" cy="3990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59B2E-3317-7149-96D5-6856784B3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900753"/>
            <a:ext cx="5467865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3200" b="1" u="sng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773D2-FFEC-C843-852A-FDDDC1424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724665"/>
            <a:ext cx="5467865" cy="39903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3F989-AD75-D441-87AE-60365255D4F4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46FFE-11D4-8445-BC8E-C897D0749B2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890B13-00E6-5742-89DE-3CBA3DCF42FF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683A9F34-69B6-B04D-83AD-192D7A7B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045464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FCD151-5615-9E4A-81E5-F180EE1DD2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CA824291-7239-F846-9833-CAB56F80EA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3697" y="6356350"/>
            <a:ext cx="3037703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C8FDBD15-C033-E14A-8F59-3E082E0DE59F}" type="datetime1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25187DA8-1F57-3A40-BA42-40481BD2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51714705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(blu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1AFEC-1A4E-F142-9078-A51F1A1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698" y="900753"/>
            <a:ext cx="54538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873B0-5895-4341-A527-C8C2BE8C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698" y="1724664"/>
            <a:ext cx="5453878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59B2E-3317-7149-96D5-6856784B3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900753"/>
            <a:ext cx="54678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773D2-FFEC-C843-852A-FDDDC1424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724664"/>
            <a:ext cx="5467865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74533-C805-9D44-8121-78312DE4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C8664-D55A-B944-B007-2DEFEDE3B06A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64C43-C5D6-0A46-8640-AE889351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3F989-AD75-D441-87AE-60365255D4F4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46FFE-11D4-8445-BC8E-C897D0749B2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8343B80-26AE-A34B-AAE7-0D6F1B0C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9465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0551B7-2543-F64C-A7E4-DFA52D8C9180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F0F857-D70F-FF4B-B57C-746CC9D9DDAB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824C9D6-46DC-8E48-8C96-2D38B2DDA3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5017" y="149142"/>
            <a:ext cx="2624283" cy="816523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7BB8DE72-28C9-3D4B-9D2E-843593B29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0"/>
            <a:ext cx="11104606" cy="11148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802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(blu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1AFEC-1A4E-F142-9078-A51F1A1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698" y="900753"/>
            <a:ext cx="54538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873B0-5895-4341-A527-C8C2BE8C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698" y="1724664"/>
            <a:ext cx="5453878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59B2E-3317-7149-96D5-6856784B3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900753"/>
            <a:ext cx="54678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773D2-FFEC-C843-852A-FDDDC1424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724664"/>
            <a:ext cx="5467865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74533-C805-9D44-8121-78312DE4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C8664-D55A-B944-B007-2DEFEDE3B06A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64C43-C5D6-0A46-8640-AE889351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3F989-AD75-D441-87AE-60365255D4F4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46FFE-11D4-8445-BC8E-C897D0749B2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8343B80-26AE-A34B-AAE7-0D6F1B0C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9465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0551B7-2543-F64C-A7E4-DFA52D8C9180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F0F857-D70F-FF4B-B57C-746CC9D9DDAB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BB8DE72-28C9-3D4B-9D2E-843593B29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0"/>
            <a:ext cx="11104606" cy="11148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5ED032-7232-4627-BCF6-9911B40457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lum bright="100000" contrast="-100000"/>
          </a:blip>
          <a:stretch>
            <a:fillRect/>
          </a:stretch>
        </p:blipFill>
        <p:spPr>
          <a:xfrm>
            <a:off x="9659025" y="313317"/>
            <a:ext cx="2260600" cy="57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602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(blue header 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41AFEC-1A4E-F142-9078-A51F1A1C92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698" y="900753"/>
            <a:ext cx="545387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873B0-5895-4341-A527-C8C2BE8C2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3698" y="1724664"/>
            <a:ext cx="5453878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859B2E-3317-7149-96D5-6856784B36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199" y="900753"/>
            <a:ext cx="54678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773D2-FFEC-C843-852A-FDDDC14247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1724664"/>
            <a:ext cx="5467865" cy="42712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74533-C805-9D44-8121-78312DE4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4C8664-D55A-B944-B007-2DEFEDE3B06A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064C43-C5D6-0A46-8640-AE889351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73F989-AD75-D441-87AE-60365255D4F4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6B46FFE-11D4-8445-BC8E-C897D0749B2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C8343B80-26AE-A34B-AAE7-0D6F1B0C4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3029465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0551B7-2543-F64C-A7E4-DFA52D8C9180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F0F857-D70F-FF4B-B57C-746CC9D9DDAB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BB8DE72-28C9-3D4B-9D2E-843593B29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0"/>
            <a:ext cx="11104606" cy="11148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0278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1C8B3-248B-2F4B-9BD8-1A472879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CE464-FBAF-F845-90AA-927F566F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4947-3F57-8640-A36D-4A6AAD84066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706C3-9474-5A4B-9487-EDF5AA85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DFB47-2EF1-8C4A-AEB7-866E247C29A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EE279-2498-254E-B397-4D26F4880498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EB62A7F-3E89-9547-8FF2-B50CE884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44126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1823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sm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1C8B3-248B-2F4B-9BD8-1A472879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CE464-FBAF-F845-90AA-927F566F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5C09-7DA0-0448-8E96-FD223EC1BC32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706C3-9474-5A4B-9487-EDF5AA85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DFB47-2EF1-8C4A-AEB7-866E247C29A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EE279-2498-254E-B397-4D26F4880498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7B984A1-08C9-B049-B917-B15DAA0FB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87761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2" name="Picture 11" descr="LOGO_LARGE.png">
            <a:extLst>
              <a:ext uri="{FF2B5EF4-FFF2-40B4-BE49-F238E27FC236}">
                <a16:creationId xmlns:a16="http://schemas.microsoft.com/office/drawing/2014/main" id="{7C46083E-7357-4F41-B3EB-E6F36DF71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12" y="6255216"/>
            <a:ext cx="1691596" cy="527091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7438011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larg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1C8B3-248B-2F4B-9BD8-1A472879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CE464-FBAF-F845-90AA-927F566F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75C09-7DA0-0448-8E96-FD223EC1BC32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706C3-9474-5A4B-9487-EDF5AA85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DFB47-2EF1-8C4A-AEB7-866E247C29A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EE279-2498-254E-B397-4D26F4880498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1733147A-4543-F045-98CE-EE57E071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Picture 10" descr="LOGO_LARGE.png">
            <a:extLst>
              <a:ext uri="{FF2B5EF4-FFF2-40B4-BE49-F238E27FC236}">
                <a16:creationId xmlns:a16="http://schemas.microsoft.com/office/drawing/2014/main" id="{99B30F5F-507B-6144-8750-54B6205FDB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064" y="5995924"/>
            <a:ext cx="2523744" cy="786384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3629629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grey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C09253-DE46-E048-B62D-56EF63594460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2D42940-E10A-3A4C-A85A-2F9CD86BD3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261C8B3-248B-2F4B-9BD8-1A472879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CE464-FBAF-F845-90AA-927F566F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3D75C09-7DA0-0448-8E96-FD223EC1BC32}" type="datetime1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706C3-9474-5A4B-9487-EDF5AA85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DFB47-2EF1-8C4A-AEB7-866E247C29A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EE279-2498-254E-B397-4D26F4880498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1733147A-4543-F045-98CE-EE57E071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0144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 (grey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2C09253-DE46-E048-B62D-56EF63594460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61C8B3-248B-2F4B-9BD8-1A472879A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CE464-FBAF-F845-90AA-927F566F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3D75C09-7DA0-0448-8E96-FD223EC1BC32}" type="datetime1">
              <a:rPr lang="en-US" smtClean="0"/>
              <a:pPr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706C3-9474-5A4B-9487-EDF5AA85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DFB47-2EF1-8C4A-AEB7-866E247C29A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EE279-2498-254E-B397-4D26F4880498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1733147A-4543-F045-98CE-EE57E071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045465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BEE1A8-B8E2-4F31-87A5-DBCC30249D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lum bright="100000" contrast="-100000"/>
          </a:blip>
          <a:stretch>
            <a:fillRect/>
          </a:stretch>
        </p:blipFill>
        <p:spPr>
          <a:xfrm>
            <a:off x="9656064" y="6046298"/>
            <a:ext cx="2421358" cy="62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42187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blu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CE464-FBAF-F845-90AA-927F566F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4947-3F57-8640-A36D-4A6AAD84066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706C3-9474-5A4B-9487-EDF5AA85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DFB47-2EF1-8C4A-AEB7-866E247C29A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EE279-2498-254E-B397-4D26F4880498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EB62A7F-3E89-9547-8FF2-B50CE884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44126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45509-3A80-5643-9911-3A7CFCCBFFE7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52BE1D-41EB-4F4E-A81A-82ED144A74B5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6582667-4B93-9F41-865F-225EE195CE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55017" y="149142"/>
            <a:ext cx="2624283" cy="81652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5E3BA7E0-9297-5344-A1E6-2E0056E5E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0"/>
            <a:ext cx="11104606" cy="11148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82714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(blue head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CE464-FBAF-F845-90AA-927F566F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4947-3F57-8640-A36D-4A6AAD84066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706C3-9474-5A4B-9487-EDF5AA85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DFB47-2EF1-8C4A-AEB7-866E247C29A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EE279-2498-254E-B397-4D26F4880498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EB62A7F-3E89-9547-8FF2-B50CE884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44126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45509-3A80-5643-9911-3A7CFCCBFFE7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52BE1D-41EB-4F4E-A81A-82ED144A74B5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E3BA7E0-9297-5344-A1E6-2E0056E5E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0"/>
            <a:ext cx="11104606" cy="11148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8DC44B-519C-4C0D-BC93-6D0D8126F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lum bright="100000" contrast="-100000"/>
          </a:blip>
          <a:stretch>
            <a:fillRect/>
          </a:stretch>
        </p:blipFill>
        <p:spPr>
          <a:xfrm>
            <a:off x="9659025" y="313317"/>
            <a:ext cx="2260600" cy="57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362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(blue header 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ACE464-FBAF-F845-90AA-927F566F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64947-3F57-8640-A36D-4A6AAD84066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F706C3-9474-5A4B-9487-EDF5AA850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0DFB47-2EF1-8C4A-AEB7-866E247C29AD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2EE279-2498-254E-B397-4D26F4880498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BEB62A7F-3E89-9547-8FF2-B50CE884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44126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245509-3A80-5643-9911-3A7CFCCBFFE7}"/>
              </a:ext>
            </a:extLst>
          </p:cNvPr>
          <p:cNvSpPr/>
          <p:nvPr userDrawn="1"/>
        </p:nvSpPr>
        <p:spPr>
          <a:xfrm>
            <a:off x="0" y="0"/>
            <a:ext cx="12192000" cy="1114808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D52BE1D-41EB-4F4E-A81A-82ED144A74B5}"/>
              </a:ext>
            </a:extLst>
          </p:cNvPr>
          <p:cNvSpPr/>
          <p:nvPr userDrawn="1"/>
        </p:nvSpPr>
        <p:spPr>
          <a:xfrm rot="16200000" flipV="1">
            <a:off x="-421217" y="421217"/>
            <a:ext cx="1114808" cy="272374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E3BA7E0-9297-5344-A1E6-2E0056E5E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0"/>
            <a:ext cx="11104606" cy="1114808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7592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164F1-953B-DB49-A157-2A08B792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52BCB-A716-6A42-A618-0EFAF786E0EC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9085A-7241-0A49-8211-DCCF5614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87EA5-CFE4-B543-BEB0-77492FD9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44126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56079-C122-1C45-ADAF-324A8B0815CB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66775-8B20-2F47-90A6-D0A6887E31F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</p:spTree>
    <p:extLst>
      <p:ext uri="{BB962C8B-B14F-4D97-AF65-F5344CB8AC3E}">
        <p14:creationId xmlns:p14="http://schemas.microsoft.com/office/powerpoint/2010/main" val="266875112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sm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164F1-953B-DB49-A157-2A08B792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5441ED2-B246-7B44-9DD9-6A9A2211449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9085A-7241-0A49-8211-DCCF5614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56079-C122-1C45-ADAF-324A8B0815CB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66775-8B20-2F47-90A6-D0A6887E31F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5E4E530-30DF-F343-9E40-2C161D31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87761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 descr="LOGO_LARGE.png">
            <a:extLst>
              <a:ext uri="{FF2B5EF4-FFF2-40B4-BE49-F238E27FC236}">
                <a16:creationId xmlns:a16="http://schemas.microsoft.com/office/drawing/2014/main" id="{CD03783A-E06A-9143-A927-65498FE6CB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12" y="6255216"/>
            <a:ext cx="1691596" cy="527091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09376038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(sm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164F1-953B-DB49-A157-2A08B792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5441ED2-B246-7B44-9DD9-6A9A2211449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9085A-7241-0A49-8211-DCCF5614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56079-C122-1C45-ADAF-324A8B0815CB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66775-8B20-2F47-90A6-D0A6887E31F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5E4E530-30DF-F343-9E40-2C161D31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1877613" cy="365125"/>
          </a:xfrm>
        </p:spPr>
        <p:txBody>
          <a:bodyPr/>
          <a:lstStyle/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9" name="Picture 8" descr="LOGO_LARGE.png">
            <a:extLst>
              <a:ext uri="{FF2B5EF4-FFF2-40B4-BE49-F238E27FC236}">
                <a16:creationId xmlns:a16="http://schemas.microsoft.com/office/drawing/2014/main" id="{CD03783A-E06A-9143-A927-65498FE6CB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212" y="6255216"/>
            <a:ext cx="1691596" cy="527091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2398976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large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164F1-953B-DB49-A157-2A08B792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65441ED2-B246-7B44-9DD9-6A9A2211449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9085A-7241-0A49-8211-DCCF5614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87EA5-CFE4-B543-BEB0-77492FD9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045464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56079-C122-1C45-ADAF-324A8B0815CB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66775-8B20-2F47-90A6-D0A6887E31F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pic>
        <p:nvPicPr>
          <p:cNvPr id="12" name="Picture 11" descr="LOGO_LARGE.png">
            <a:extLst>
              <a:ext uri="{FF2B5EF4-FFF2-40B4-BE49-F238E27FC236}">
                <a16:creationId xmlns:a16="http://schemas.microsoft.com/office/drawing/2014/main" id="{E1F91619-367B-C74D-9696-ABE98B9B13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6064" y="5995924"/>
            <a:ext cx="2523744" cy="786384"/>
          </a:xfrm>
          <a:prstGeom prst="roundRect">
            <a:avLst>
              <a:gd name="adj" fmla="val 7666"/>
            </a:avLst>
          </a:prstGeom>
          <a:noFill/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6756667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grey ba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AED32E-EC4E-4042-AED0-6DDFF414E6F1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164F1-953B-DB49-A157-2A08B792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7B695056-B814-DA46-BABE-C26A7FB50DF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9085A-7241-0A49-8211-DCCF5614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87EA5-CFE4-B543-BEB0-77492FD9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045464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56079-C122-1C45-ADAF-324A8B0815CB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66775-8B20-2F47-90A6-D0A6887E31F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1D0E82-909A-9E40-9F53-E9C96A0FA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123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(blue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AED32E-EC4E-4042-AED0-6DDFF414E6F1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164F1-953B-DB49-A157-2A08B792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7B695056-B814-DA46-BABE-C26A7FB50DF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9085A-7241-0A49-8211-DCCF5614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87EA5-CFE4-B543-BEB0-77492FD9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045464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56079-C122-1C45-ADAF-324A8B0815CB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66775-8B20-2F47-90A6-D0A6887E31F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41D0E82-909A-9E40-9F53-E9C96A0FA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6064" y="5907024"/>
            <a:ext cx="2523744" cy="78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35311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 (blue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4AED32E-EC4E-4042-AED0-6DDFF414E6F1}"/>
              </a:ext>
            </a:extLst>
          </p:cNvPr>
          <p:cNvSpPr/>
          <p:nvPr userDrawn="1"/>
        </p:nvSpPr>
        <p:spPr>
          <a:xfrm>
            <a:off x="0" y="5715000"/>
            <a:ext cx="12192000" cy="1143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0164F1-953B-DB49-A157-2A08B7920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7B695056-B814-DA46-BABE-C26A7FB50DF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09085A-7241-0A49-8211-DCCF5614C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E87EA5-CFE4-B543-BEB0-77492FD95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1045464" cy="365125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956079-C122-1C45-ADAF-324A8B0815CB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166775-8B20-2F47-90A6-D0A6887E31FD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C8F904-D3EA-4A68-A9C2-FD70483FEF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  <a:lum bright="100000" contrast="-100000"/>
          </a:blip>
          <a:stretch>
            <a:fillRect/>
          </a:stretch>
        </p:blipFill>
        <p:spPr>
          <a:xfrm>
            <a:off x="9659025" y="5997033"/>
            <a:ext cx="2260600" cy="57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201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615879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722F8-6F37-9E41-945D-E5A09B2AB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6F93D9-ACBC-BE49-8BA3-F42DEDE0C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4509B-0F6C-004E-9DF0-57377C40A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743B9-471F-A741-BD07-2B197FB09D2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FEFD5-931F-9641-BFD2-C31349823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5CBFF0-BABF-F747-B5CB-4BCE666AD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54948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8E5AF-76AD-934F-AEE3-A45CDCB81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DE6E9-6DD5-C74E-BD61-807E28348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096D5A-7852-B84D-A090-F742AB027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D8330-D4B1-7B42-AF74-2884989FC04B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1C13D-0777-8548-AA27-7FA78F3FC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457BD-A265-614C-AD4F-D87E2B731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1390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5BC6F-B30F-9C4E-A480-E7238F234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C0F34-9069-A347-8F3E-F7A796666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E25D4-613E-EB43-914F-B3752B0B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4DA121-3BF9-C943-8C95-4DD0853C7B1B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24F40-2754-B241-A4A3-4399695AA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B4F983-25CA-C540-BEBC-5DCF6CD37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7769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89E65-FF4B-DB48-B1C0-E600DE8A7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16E4D-068D-E042-ABD5-5289A3F8C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0D590-3060-EF42-AC62-F4D38D680B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AEB5D-B941-0340-87DD-67EDADCAF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96BE2-876D-B148-9618-04DDEBEE3AFC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E809B-63D6-C341-994C-9E6515281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0D6AA-F3E3-0545-9EE1-BA39A1378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06344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8F09-43DB-2C49-AF7B-E18006A5F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DF03B0-422E-1B46-ACC3-B3C3E3F4B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519D63-1E92-1744-BE69-CD1650EE70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B52179-A6CD-5841-8D9A-6D1C4FD02A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DB5082-3F97-004C-9B60-00A2D3DEAC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997484-D385-1D4D-93CD-E6EFB6CCF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F16EF-324E-CC4A-A08F-57F67245106E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3CE3A3-AF41-4F4A-A9EB-65D2AD3D9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83D07C-86A9-214D-A18F-C531A074F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865937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EA333-4EE9-6D46-A28E-064710EE2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E4A7AA-F825-A64C-8370-10188E7A4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29BD1-65C9-9E46-8F23-9CDE1D19B4E5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195F7-6987-6241-B006-0B19FCE69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0828BE-44AF-FC49-BEF7-D5ADC534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04333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568311-7BDF-A64C-8289-7044FDF60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8B8D-9FD7-304E-AA9B-51E820A66CE5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2073A-9B12-1147-AB85-24C47E561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B8C5B1-D654-884F-8981-CB7B8D494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28360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F9DE-9826-9748-BF1F-A9A7CF863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90FAE-C1D2-3146-9D63-345979C5E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66032-40C6-4F49-B325-8F1499BB2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26E3B-591E-7347-B5E1-1865D9988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97EF1-85CE-3B44-940F-37884646AE83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7B79F-7342-C143-9034-0012288D5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54CAD-210F-C342-BF7E-F6DAC079C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3092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C63B4-B114-E84D-A2A6-20A27475F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CF6DDA-68EB-4D44-9299-5A0C2B45A4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77F6B-6D26-5547-A46C-CFAB34A636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7DA3E6-A504-FF4B-AAC4-E6990FFAA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729976-268E-D546-BD1A-1A229269DA1F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A6F6B-DBAC-2041-B567-0C733098A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E1A58A-4A90-EF4E-8153-19D454A27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3595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37880-0A4C-0548-8934-D1C8D8174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C7DDC3-A085-C646-B299-1693B59B19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EF147-5F95-034F-A7ED-48EFD11F0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BB231-2689-8D4C-96BF-5FD56C4EE5B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C1B30-2E87-4F40-B0CF-B01B64EA2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AA1773-C32C-8342-914D-26100BAD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57632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40D3ED-3390-AA46-A4C9-D3BBE2B561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F98ED-302D-CE4F-9CD8-368A26B0B6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0C92D8-28FE-C14A-8A14-78E5EDCB5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8AA02-47CA-3A48-B69C-A0CA8B32393D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B413C-80F2-9346-8BFA-F0CEC937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4B74F-1839-B146-BBD4-932AD25FC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8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4.xml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39F154-CCE7-4B47-B9B3-3696B7D6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697" y="76840"/>
            <a:ext cx="11104606" cy="1037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E6F7E-1A29-4C4A-A521-6E032144E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3697" y="1238373"/>
            <a:ext cx="11104606" cy="50168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B6C8E-CF0F-454D-BD02-546BFB2C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3697" y="6356350"/>
            <a:ext cx="3037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11852-7762-5942-86FF-974BF251FE70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CB5B1-116C-D546-9FD8-C5B84A4AF2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6796D8-5600-4E46-B059-F93B7A2565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037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688CE-63DC-1743-BB7A-BBD3733C53A7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FB99BF-6963-BD4F-9C2F-9D0D0E99869A}"/>
              </a:ext>
            </a:extLst>
          </p:cNvPr>
          <p:cNvSpPr/>
          <p:nvPr userDrawn="1"/>
        </p:nvSpPr>
        <p:spPr>
          <a:xfrm>
            <a:off x="0" y="0"/>
            <a:ext cx="12192000" cy="76840"/>
          </a:xfrm>
          <a:prstGeom prst="rect">
            <a:avLst/>
          </a:prstGeom>
          <a:solidFill>
            <a:srgbClr val="0428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0C4C02-6E68-EF4F-9C15-1660A7E40D1C}"/>
              </a:ext>
            </a:extLst>
          </p:cNvPr>
          <p:cNvSpPr/>
          <p:nvPr userDrawn="1"/>
        </p:nvSpPr>
        <p:spPr>
          <a:xfrm>
            <a:off x="1024128" y="0"/>
            <a:ext cx="6421701" cy="76840"/>
          </a:xfrm>
          <a:prstGeom prst="rect">
            <a:avLst/>
          </a:prstGeom>
          <a:solidFill>
            <a:srgbClr val="B38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226" dirty="0"/>
          </a:p>
        </p:txBody>
      </p:sp>
    </p:spTree>
    <p:extLst>
      <p:ext uri="{BB962C8B-B14F-4D97-AF65-F5344CB8AC3E}">
        <p14:creationId xmlns:p14="http://schemas.microsoft.com/office/powerpoint/2010/main" val="27708602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7" r:id="rId2"/>
    <p:sldLayoutId id="2147483691" r:id="rId3"/>
    <p:sldLayoutId id="2147483674" r:id="rId4"/>
    <p:sldLayoutId id="2147483678" r:id="rId5"/>
    <p:sldLayoutId id="2147483692" r:id="rId6"/>
    <p:sldLayoutId id="2147483672" r:id="rId7"/>
    <p:sldLayoutId id="2147483673" r:id="rId8"/>
    <p:sldLayoutId id="2147483715" r:id="rId9"/>
    <p:sldLayoutId id="2147483716" r:id="rId10"/>
    <p:sldLayoutId id="2147483675" r:id="rId11"/>
    <p:sldLayoutId id="2147483711" r:id="rId12"/>
    <p:sldLayoutId id="2147483710" r:id="rId13"/>
    <p:sldLayoutId id="2147483712" r:id="rId14"/>
    <p:sldLayoutId id="2147483717" r:id="rId15"/>
    <p:sldLayoutId id="2147483708" r:id="rId16"/>
    <p:sldLayoutId id="2147483701" r:id="rId17"/>
    <p:sldLayoutId id="2147483650" r:id="rId18"/>
    <p:sldLayoutId id="2147483698" r:id="rId19"/>
    <p:sldLayoutId id="2147483718" r:id="rId20"/>
    <p:sldLayoutId id="2147483727" r:id="rId21"/>
    <p:sldLayoutId id="2147483723" r:id="rId22"/>
    <p:sldLayoutId id="2147483709" r:id="rId23"/>
    <p:sldLayoutId id="2147483702" r:id="rId24"/>
    <p:sldLayoutId id="2147483652" r:id="rId25"/>
    <p:sldLayoutId id="2147483699" r:id="rId26"/>
    <p:sldLayoutId id="2147483719" r:id="rId27"/>
    <p:sldLayoutId id="2147483728" r:id="rId28"/>
    <p:sldLayoutId id="2147483724" r:id="rId29"/>
    <p:sldLayoutId id="2147483713" r:id="rId30"/>
    <p:sldLayoutId id="2147483703" r:id="rId31"/>
    <p:sldLayoutId id="2147483653" r:id="rId32"/>
    <p:sldLayoutId id="2147483714" r:id="rId33"/>
    <p:sldLayoutId id="2147483720" r:id="rId34"/>
    <p:sldLayoutId id="2147483729" r:id="rId35"/>
    <p:sldLayoutId id="2147483725" r:id="rId36"/>
    <p:sldLayoutId id="2147483696" r:id="rId37"/>
    <p:sldLayoutId id="2147483704" r:id="rId38"/>
    <p:sldLayoutId id="2147483654" r:id="rId39"/>
    <p:sldLayoutId id="2147483700" r:id="rId40"/>
    <p:sldLayoutId id="2147483733" r:id="rId41"/>
    <p:sldLayoutId id="2147483721" r:id="rId42"/>
    <p:sldLayoutId id="2147483730" r:id="rId43"/>
    <p:sldLayoutId id="2147483726" r:id="rId44"/>
    <p:sldLayoutId id="2147483695" r:id="rId45"/>
    <p:sldLayoutId id="2147483705" r:id="rId46"/>
    <p:sldLayoutId id="2147483732" r:id="rId47"/>
    <p:sldLayoutId id="2147483655" r:id="rId48"/>
    <p:sldLayoutId id="2147483697" r:id="rId49"/>
    <p:sldLayoutId id="2147483722" r:id="rId50"/>
    <p:sldLayoutId id="2147483731" r:id="rId51"/>
    <p:sldLayoutId id="2147483735" r:id="rId5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B54E61-0259-1949-BF34-09D19FAE4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E9B63-211E-704F-9A5B-D0149E4A0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37AC4-2C30-174B-A832-430B078F22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1ADD7D-244F-5A42-B679-BFCBDE39AB07}" type="datetime1">
              <a:rPr lang="en-US" smtClean="0"/>
              <a:t>10/14/2026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48045-B4B7-3240-B018-5F7A254E36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A1D252-3460-104B-905C-413CD0E46E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22DFB-A0DF-D747-B134-C5A0C806AF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60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hyperlink" Target="https://www.when2meet.com/?39297589-68Xpr" TargetMode="Externa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hcAM3ycUQJTZBnci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3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F34F23EC-3E36-1FB4-DA4D-3295D67880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594031" y="5780521"/>
            <a:ext cx="2543908" cy="1032117"/>
          </a:xfrm>
          <a:prstGeom prst="rect">
            <a:avLst/>
          </a:prstGeom>
          <a:solidFill>
            <a:srgbClr val="AEAAA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DD06A0-E7AB-214A-8DBE-695E2CF3A29F}"/>
              </a:ext>
            </a:extLst>
          </p:cNvPr>
          <p:cNvSpPr/>
          <p:nvPr/>
        </p:nvSpPr>
        <p:spPr>
          <a:xfrm>
            <a:off x="1007191" y="4536831"/>
            <a:ext cx="9906994" cy="1875692"/>
          </a:xfrm>
          <a:prstGeom prst="rect">
            <a:avLst/>
          </a:prstGeom>
          <a:effectLst>
            <a:outerShdw blurRad="825500" dist="114300" dir="4320000" sx="104000" sy="104000" algn="ctr" rotWithShape="0">
              <a:srgbClr val="000000">
                <a:alpha val="3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658EF935-2C27-23FC-A6E7-6A78C932D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124" y="5724079"/>
            <a:ext cx="9890061" cy="666808"/>
          </a:xfrm>
        </p:spPr>
        <p:txBody>
          <a:bodyPr/>
          <a:lstStyle/>
          <a:p>
            <a:r>
              <a:rPr lang="en-US" dirty="0"/>
              <a:t>EEC 174AY</a:t>
            </a:r>
          </a:p>
          <a:p>
            <a:r>
              <a:rPr lang="en-US" dirty="0"/>
              <a:t>Fall 2026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3B529743-A05C-7902-8743-5CC7655A08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4125" y="4008044"/>
            <a:ext cx="9906993" cy="2434590"/>
          </a:xfrm>
        </p:spPr>
        <p:txBody>
          <a:bodyPr/>
          <a:lstStyle/>
          <a:p>
            <a:r>
              <a:rPr lang="en-US" dirty="0"/>
              <a:t>Lab 3: CNNs &amp; Image Classification</a:t>
            </a:r>
          </a:p>
        </p:txBody>
      </p:sp>
    </p:spTree>
    <p:extLst>
      <p:ext uri="{BB962C8B-B14F-4D97-AF65-F5344CB8AC3E}">
        <p14:creationId xmlns:p14="http://schemas.microsoft.com/office/powerpoint/2010/main" val="426122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8D27A2-A5E3-A53E-A6D8-5A97F079E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Add your peer to your GitHub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Fork project and clone the forked repo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Setup environment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Run project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Write report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97F977-9B3E-1162-6DBE-24BDBE73B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Peer Review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F9AE7D3-9212-B857-8417-8B4B41856769}"/>
              </a:ext>
            </a:extLst>
          </p:cNvPr>
          <p:cNvGrpSpPr/>
          <p:nvPr/>
        </p:nvGrpSpPr>
        <p:grpSpPr>
          <a:xfrm>
            <a:off x="5234940" y="2882128"/>
            <a:ext cx="6697980" cy="5231848"/>
            <a:chOff x="5234940" y="1224778"/>
            <a:chExt cx="6697980" cy="523184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E9BCA9F7-FA87-45A8-E92A-D77793021DC6}"/>
                </a:ext>
              </a:extLst>
            </p:cNvPr>
            <p:cNvSpPr/>
            <p:nvPr/>
          </p:nvSpPr>
          <p:spPr>
            <a:xfrm>
              <a:off x="5234940" y="1224778"/>
              <a:ext cx="6697980" cy="3747272"/>
            </a:xfrm>
            <a:prstGeom prst="roundRect">
              <a:avLst>
                <a:gd name="adj" fmla="val 12192"/>
              </a:avLst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Content Placeholder 1">
              <a:extLst>
                <a:ext uri="{FF2B5EF4-FFF2-40B4-BE49-F238E27FC236}">
                  <a16:creationId xmlns:a16="http://schemas.microsoft.com/office/drawing/2014/main" id="{6006DD87-BEC5-1D35-C249-3E7BE5768762}"/>
                </a:ext>
              </a:extLst>
            </p:cNvPr>
            <p:cNvSpPr txBox="1">
              <a:spLocks/>
            </p:cNvSpPr>
            <p:nvPr/>
          </p:nvSpPr>
          <p:spPr>
            <a:xfrm>
              <a:off x="5474403" y="1439783"/>
              <a:ext cx="6344783" cy="501684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000" dirty="0"/>
                <a:t>Availability</a:t>
              </a:r>
            </a:p>
            <a:p>
              <a:pPr lvl="1"/>
              <a:r>
                <a:rPr lang="en-US" sz="1800" dirty="0"/>
                <a:t>Organized - easy to find what you need</a:t>
              </a:r>
            </a:p>
            <a:p>
              <a:r>
                <a:rPr lang="en-US" sz="2000" dirty="0"/>
                <a:t>Functionality</a:t>
              </a:r>
            </a:p>
            <a:p>
              <a:pPr lvl="1"/>
              <a:r>
                <a:rPr lang="en-US" sz="1800" dirty="0"/>
                <a:t>Quick to setup – collaborator on GitHub, fork, pull, and run</a:t>
              </a:r>
            </a:p>
            <a:p>
              <a:r>
                <a:rPr lang="en-US" sz="2000" dirty="0"/>
                <a:t>Validity</a:t>
              </a:r>
            </a:p>
            <a:p>
              <a:pPr lvl="1"/>
              <a:r>
                <a:rPr lang="en-US" sz="1800" dirty="0"/>
                <a:t>Confirming results – able to reproduce results, or similar when non-deterministic</a:t>
              </a:r>
            </a:p>
            <a:p>
              <a:r>
                <a:rPr lang="en-US" sz="2000" dirty="0"/>
                <a:t>Understandability</a:t>
              </a:r>
            </a:p>
            <a:p>
              <a:pPr lvl="1"/>
              <a:r>
                <a:rPr lang="en-US" sz="1800" dirty="0"/>
                <a:t>Document – Code comments, figures labeled and clear, and report well explained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7336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 marL="0" indent="0">
              <a:spcBef>
                <a:spcPts val="1600"/>
              </a:spcBef>
              <a:buNone/>
            </a:pPr>
            <a:r>
              <a:rPr lang="en" b="1" dirty="0"/>
              <a:t>Due Dates:</a:t>
            </a:r>
            <a:endParaRPr b="1" dirty="0"/>
          </a:p>
          <a:p>
            <a:r>
              <a:rPr lang="en" dirty="0"/>
              <a:t>Lab 3 Prelab: Did you do it? </a:t>
            </a:r>
          </a:p>
          <a:p>
            <a:r>
              <a:rPr lang="en" dirty="0"/>
              <a:t>Lab 3: </a:t>
            </a:r>
            <a:r>
              <a:rPr lang="en" b="1" dirty="0"/>
              <a:t>October 30, 2026 12:59 PM</a:t>
            </a:r>
          </a:p>
          <a:p>
            <a:r>
              <a:rPr lang="en-US" dirty="0"/>
              <a:t>Lab 3 Peer Review?</a:t>
            </a:r>
            <a:endParaRPr dirty="0"/>
          </a:p>
        </p:txBody>
      </p:sp>
      <p:sp>
        <p:nvSpPr>
          <p:cNvPr id="62" name="Google Shape;62;p2"/>
          <p:cNvSpPr txBox="1">
            <a:spLocks noGrp="1"/>
          </p:cNvSpPr>
          <p:nvPr>
            <p:ph type="title"/>
          </p:nvPr>
        </p:nvSpPr>
        <p:spPr>
          <a:xfrm>
            <a:off x="543697" y="201045"/>
            <a:ext cx="11104606" cy="10379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1111"/>
            </a:pPr>
            <a:r>
              <a:rPr lang="en" dirty="0"/>
              <a:t>Lab 3</a:t>
            </a:r>
            <a:endParaRPr dirty="0"/>
          </a:p>
        </p:txBody>
      </p:sp>
      <p:pic>
        <p:nvPicPr>
          <p:cNvPr id="4" name="Graphic 3" descr="Loudly crying face outline with solid fill">
            <a:extLst>
              <a:ext uri="{FF2B5EF4-FFF2-40B4-BE49-F238E27FC236}">
                <a16:creationId xmlns:a16="http://schemas.microsoft.com/office/drawing/2014/main" id="{C121567C-0C11-49BF-EDEF-E3BB6A8FA8F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07280" y="158877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1EAD7DCB-75C0-5E78-7FE7-473139078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>
            <a:extLst>
              <a:ext uri="{FF2B5EF4-FFF2-40B4-BE49-F238E27FC236}">
                <a16:creationId xmlns:a16="http://schemas.microsoft.com/office/drawing/2014/main" id="{CFD823CB-CD47-E92A-42F0-EA8F569E252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67640" y="920578"/>
            <a:ext cx="11104606" cy="50168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spcBef>
                <a:spcPts val="1600"/>
              </a:spcBef>
            </a:pPr>
            <a:r>
              <a:rPr lang="en-US" dirty="0"/>
              <a:t>Phase 1 – CNN on MNIST (40%)</a:t>
            </a:r>
          </a:p>
          <a:p>
            <a:pPr>
              <a:spcBef>
                <a:spcPts val="1600"/>
              </a:spcBef>
            </a:pPr>
            <a:r>
              <a:rPr lang="en-US" dirty="0"/>
              <a:t>Phase 2 – CNN on CIFAR10 (20%)</a:t>
            </a:r>
          </a:p>
          <a:p>
            <a:pPr>
              <a:spcBef>
                <a:spcPts val="1600"/>
              </a:spcBef>
            </a:pPr>
            <a:r>
              <a:rPr lang="en-US" dirty="0"/>
              <a:t>Phase 3 – Stanford Cars! (30%)</a:t>
            </a:r>
            <a:endParaRPr dirty="0"/>
          </a:p>
        </p:txBody>
      </p:sp>
      <p:sp>
        <p:nvSpPr>
          <p:cNvPr id="62" name="Google Shape;62;p2">
            <a:extLst>
              <a:ext uri="{FF2B5EF4-FFF2-40B4-BE49-F238E27FC236}">
                <a16:creationId xmlns:a16="http://schemas.microsoft.com/office/drawing/2014/main" id="{1DA3E0BB-50DE-495B-056D-CE004BAF00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3697" y="201045"/>
            <a:ext cx="11104606" cy="103796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121900" rIns="121900" bIns="121900" rtlCol="0" anchor="t" anchorCtr="0">
            <a:normAutofit/>
          </a:bodyPr>
          <a:lstStyle/>
          <a:p>
            <a:pPr>
              <a:buSzPct val="111111"/>
            </a:pPr>
            <a:r>
              <a:rPr lang="en" dirty="0"/>
              <a:t>Lab 3 Tasks/Phases</a:t>
            </a:r>
            <a:endParaRPr dirty="0"/>
          </a:p>
        </p:txBody>
      </p:sp>
      <p:pic>
        <p:nvPicPr>
          <p:cNvPr id="2" name="Picture 1" descr="File:MNIST dataset example.png - Wikipedia">
            <a:extLst>
              <a:ext uri="{FF2B5EF4-FFF2-40B4-BE49-F238E27FC236}">
                <a16:creationId xmlns:a16="http://schemas.microsoft.com/office/drawing/2014/main" id="{9CCF69DF-D58F-D6A9-BFE9-CA5DCE6D7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1917" y="1669028"/>
            <a:ext cx="4188143" cy="20780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CC4BA6-8ADD-59D9-2156-F31BF08F450B}"/>
              </a:ext>
            </a:extLst>
          </p:cNvPr>
          <p:cNvSpPr txBox="1"/>
          <p:nvPr/>
        </p:nvSpPr>
        <p:spPr>
          <a:xfrm>
            <a:off x="8808811" y="1158518"/>
            <a:ext cx="1980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MNIST</a:t>
            </a:r>
            <a:endParaRPr lang="en-US" dirty="0"/>
          </a:p>
        </p:txBody>
      </p:sp>
      <p:pic>
        <p:nvPicPr>
          <p:cNvPr id="5" name="Picture 4" descr="CIFAR-10 - Ultralytics YOLO Docs">
            <a:extLst>
              <a:ext uri="{FF2B5EF4-FFF2-40B4-BE49-F238E27FC236}">
                <a16:creationId xmlns:a16="http://schemas.microsoft.com/office/drawing/2014/main" id="{E53D4166-A3EB-4F2D-B4DC-D370E30A4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" y="3657831"/>
            <a:ext cx="3935730" cy="32001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36352A-5453-8B2F-47D6-ABF386305C1E}"/>
              </a:ext>
            </a:extLst>
          </p:cNvPr>
          <p:cNvSpPr txBox="1"/>
          <p:nvPr/>
        </p:nvSpPr>
        <p:spPr>
          <a:xfrm>
            <a:off x="1145381" y="3223894"/>
            <a:ext cx="19802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CIFAR10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E4B183-C572-9752-323A-4239B18151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5316" y="4952227"/>
            <a:ext cx="5650634" cy="170472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D1E5B06-2F20-0039-F003-0BB9A9F7290A}"/>
              </a:ext>
            </a:extLst>
          </p:cNvPr>
          <p:cNvSpPr txBox="1"/>
          <p:nvPr/>
        </p:nvSpPr>
        <p:spPr>
          <a:xfrm>
            <a:off x="6425655" y="4453828"/>
            <a:ext cx="312562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Stanford Cars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102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4D4D985-D748-F225-2BDC-80D4D2C8F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Lots of hallow functions</a:t>
            </a:r>
          </a:p>
          <a:p>
            <a:pPr lvl="1"/>
            <a:r>
              <a:rPr lang="en-US" dirty="0"/>
              <a:t>Data loading</a:t>
            </a:r>
          </a:p>
          <a:p>
            <a:pPr lvl="1"/>
            <a:r>
              <a:rPr lang="en-US" dirty="0"/>
              <a:t>Training loop</a:t>
            </a:r>
          </a:p>
          <a:p>
            <a:pPr lvl="1"/>
            <a:r>
              <a:rPr lang="en-US" dirty="0"/>
              <a:t>Plotting loss</a:t>
            </a:r>
          </a:p>
          <a:p>
            <a:r>
              <a:rPr lang="en-US" dirty="0"/>
              <a:t>Explore hyperparameters</a:t>
            </a:r>
          </a:p>
          <a:p>
            <a:pPr lvl="1"/>
            <a:r>
              <a:rPr lang="en-US" dirty="0"/>
              <a:t>Learning rate</a:t>
            </a:r>
          </a:p>
          <a:p>
            <a:pPr lvl="1"/>
            <a:r>
              <a:rPr lang="en-US" dirty="0"/>
              <a:t>Optimizer</a:t>
            </a:r>
          </a:p>
          <a:p>
            <a:pPr lvl="1"/>
            <a:r>
              <a:rPr lang="en-US" dirty="0"/>
              <a:t>Initial Weights</a:t>
            </a:r>
          </a:p>
          <a:p>
            <a:pPr lvl="1"/>
            <a:r>
              <a:rPr lang="en-US" dirty="0"/>
              <a:t>Activation Function</a:t>
            </a:r>
          </a:p>
          <a:p>
            <a:pPr lvl="1"/>
            <a:r>
              <a:rPr lang="en-US" dirty="0"/>
              <a:t>Batch Size</a:t>
            </a:r>
          </a:p>
          <a:p>
            <a:pPr lvl="1"/>
            <a:r>
              <a:rPr lang="en-US" dirty="0"/>
              <a:t>Model Architecture</a:t>
            </a:r>
          </a:p>
          <a:p>
            <a:pPr lvl="1"/>
            <a:r>
              <a:rPr lang="en-US" dirty="0"/>
              <a:t>Batch Normalization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448E2E9-A56F-3404-84E0-31152FF09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1</a:t>
            </a:r>
          </a:p>
        </p:txBody>
      </p:sp>
    </p:spTree>
    <p:extLst>
      <p:ext uri="{BB962C8B-B14F-4D97-AF65-F5344CB8AC3E}">
        <p14:creationId xmlns:p14="http://schemas.microsoft.com/office/powerpoint/2010/main" val="395052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9D42-7038-F55D-355C-ECDBAE028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CEA247-6FAD-AEBA-7185-5BB8EA32B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setup to Phase 1</a:t>
            </a:r>
          </a:p>
          <a:p>
            <a:r>
              <a:rPr lang="en-US" dirty="0"/>
              <a:t>Handle Images</a:t>
            </a:r>
          </a:p>
          <a:p>
            <a:r>
              <a:rPr lang="en-US" dirty="0"/>
              <a:t>Transfer Learning – Train a Trained Model</a:t>
            </a:r>
          </a:p>
          <a:p>
            <a:r>
              <a:rPr lang="en-US" dirty="0"/>
              <a:t>Confusion Matrix</a:t>
            </a:r>
          </a:p>
          <a:p>
            <a:r>
              <a:rPr lang="en-US" dirty="0"/>
              <a:t>Freezing and Training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3686EB-651E-8860-27DA-F4416A549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2</a:t>
            </a:r>
          </a:p>
        </p:txBody>
      </p:sp>
    </p:spTree>
    <p:extLst>
      <p:ext uri="{BB962C8B-B14F-4D97-AF65-F5344CB8AC3E}">
        <p14:creationId xmlns:p14="http://schemas.microsoft.com/office/powerpoint/2010/main" val="37194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B70D6-980C-7DB3-A366-6A5C3DAB7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D2867-F5F8-DD1E-1CFC-C3C2CEE5C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Similar setup to other Phases</a:t>
            </a:r>
          </a:p>
          <a:p>
            <a:r>
              <a:rPr lang="en-US" dirty="0"/>
              <a:t>Create </a:t>
            </a:r>
            <a:r>
              <a:rPr lang="en-US" dirty="0" err="1"/>
              <a:t>CarDataSet</a:t>
            </a:r>
            <a:r>
              <a:rPr lang="en-US" dirty="0"/>
              <a:t> object</a:t>
            </a:r>
          </a:p>
          <a:p>
            <a:r>
              <a:rPr lang="en-US" dirty="0"/>
              <a:t>Select a model architecture to use</a:t>
            </a:r>
          </a:p>
          <a:p>
            <a:r>
              <a:rPr lang="en-US" dirty="0"/>
              <a:t>Setup for testing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01F0ABB-4C5E-8636-195E-3018FD277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Phase 3</a:t>
            </a:r>
          </a:p>
        </p:txBody>
      </p:sp>
    </p:spTree>
    <p:extLst>
      <p:ext uri="{BB962C8B-B14F-4D97-AF65-F5344CB8AC3E}">
        <p14:creationId xmlns:p14="http://schemas.microsoft.com/office/powerpoint/2010/main" val="3127680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70E7A-FA0D-49D1-872C-1DF118689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3280809-FA43-1DC5-EC8B-3DBD564967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 are in the notebook this time!</a:t>
            </a:r>
          </a:p>
          <a:p>
            <a:r>
              <a:rPr lang="en-US" dirty="0"/>
              <a:t>No separate file.</a:t>
            </a:r>
          </a:p>
          <a:p>
            <a:r>
              <a:rPr lang="en-US" dirty="0"/>
              <a:t>Answer wherever you see “ANSWER HERE”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F473A0-525B-639B-A3A7-7B2636B89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3143177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B1708-7B95-49D7-D170-EBD21A4EB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67F7F5-0A03-6D63-7AA1-6AD408982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687" y="2910016"/>
            <a:ext cx="11104606" cy="1037968"/>
          </a:xfrm>
        </p:spPr>
        <p:txBody>
          <a:bodyPr/>
          <a:lstStyle/>
          <a:p>
            <a:pPr algn="ctr"/>
            <a:r>
              <a:rPr lang="en-US" dirty="0"/>
              <a:t>Lab 3 Questions</a:t>
            </a:r>
          </a:p>
        </p:txBody>
      </p:sp>
    </p:spTree>
    <p:extLst>
      <p:ext uri="{BB962C8B-B14F-4D97-AF65-F5344CB8AC3E}">
        <p14:creationId xmlns:p14="http://schemas.microsoft.com/office/powerpoint/2010/main" val="2672493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B3130-0D36-7E96-9C8A-C3876D9CB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https://www.when2meet.com/?39297589-68Xpr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0A859B-8237-4511-ADB2-E6142AD58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5F1296-6430-FD55-A209-1723A398E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7630" y="2346156"/>
            <a:ext cx="3909060" cy="39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27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6AEBE8-3FFB-FCC3-79AB-6602EB7489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https://forms.gle/hcAM3ycUQJTZBnci8</a:t>
            </a: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217F10-A9D8-B1AA-0D9D-897794291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 4 Survey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E8C8039-23AE-BA38-65A9-1A82791740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7630" y="2346156"/>
            <a:ext cx="3909060" cy="39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123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6B11DB-1DC4-A676-A0E5-B79A84134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67C7AA-46E8-0BB9-CD82-E4194239E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Results</a:t>
            </a:r>
          </a:p>
        </p:txBody>
      </p:sp>
    </p:spTree>
    <p:extLst>
      <p:ext uri="{BB962C8B-B14F-4D97-AF65-F5344CB8AC3E}">
        <p14:creationId xmlns:p14="http://schemas.microsoft.com/office/powerpoint/2010/main" val="2743471542"/>
      </p:ext>
    </p:extLst>
  </p:cSld>
  <p:clrMapOvr>
    <a:masterClrMapping/>
  </p:clrMapOvr>
</p:sld>
</file>

<file path=ppt/theme/theme1.xml><?xml version="1.0" encoding="utf-8"?>
<a:theme xmlns:a="http://schemas.openxmlformats.org/drawingml/2006/main" name="LEPS Template 2018">
  <a:themeElements>
    <a:clrScheme name="Custom 6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2892A"/>
      </a:accent1>
      <a:accent2>
        <a:srgbClr val="062958"/>
      </a:accent2>
      <a:accent3>
        <a:srgbClr val="9D792F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BF04ACB-0DC2-43E7-AD3A-CC54BC4609B8}" vid="{38FC6021-84E7-4FE5-BBED-04F0CE68FCE9}"/>
    </a:ext>
  </a:extLst>
</a:theme>
</file>

<file path=ppt/theme/theme2.xml><?xml version="1.0" encoding="utf-8"?>
<a:theme xmlns:a="http://schemas.openxmlformats.org/drawingml/2006/main" name="Normal 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0BF04ACB-0DC2-43E7-AD3A-CC54BC4609B8}" vid="{39EDAFE2-CBEA-4B07-852C-D84CD2AD95A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2E785E0F85694F8C4810112C4BC8C7" ma:contentTypeVersion="12" ma:contentTypeDescription="Create a new document." ma:contentTypeScope="" ma:versionID="40d90b2f9f857beff958c65a223e0c83">
  <xsd:schema xmlns:xsd="http://www.w3.org/2001/XMLSchema" xmlns:xs="http://www.w3.org/2001/XMLSchema" xmlns:p="http://schemas.microsoft.com/office/2006/metadata/properties" xmlns:ns3="b81aa474-7d7b-4111-8c16-2b522a74ba05" targetNamespace="http://schemas.microsoft.com/office/2006/metadata/properties" ma:root="true" ma:fieldsID="070c20f119fbf23b9e3feb7a40b70531" ns3:_="">
    <xsd:import namespace="b81aa474-7d7b-4111-8c16-2b522a74ba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DateTaken" minOccurs="0"/>
                <xsd:element ref="ns3:MediaLengthInSecond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1aa474-7d7b-4111-8c16-2b522a74ba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1aa474-7d7b-4111-8c16-2b522a74ba05" xsi:nil="true"/>
  </documentManagement>
</p:properties>
</file>

<file path=customXml/itemProps1.xml><?xml version="1.0" encoding="utf-8"?>
<ds:datastoreItem xmlns:ds="http://schemas.openxmlformats.org/officeDocument/2006/customXml" ds:itemID="{D69D209E-9346-4787-8EEC-D9B618823B3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81aa474-7d7b-4111-8c16-2b522a74ba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D839B2B-6C25-4DDA-BF20-A805804E24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E1146DE-D78B-4855-A94E-D79748C89BB7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elements/1.1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b81aa474-7d7b-4111-8c16-2b522a74ba0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LEPS_SlideDeckTemplate_v06df</Template>
  <TotalTime>166151</TotalTime>
  <Words>266</Words>
  <Application>Microsoft Office PowerPoint</Application>
  <PresentationFormat>Widescreen</PresentationFormat>
  <Paragraphs>67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LEPS Template 2018</vt:lpstr>
      <vt:lpstr>Normal Office Theme</vt:lpstr>
      <vt:lpstr>Lab 3: CNNs &amp; Image Classification</vt:lpstr>
      <vt:lpstr>Peer Review</vt:lpstr>
      <vt:lpstr>Lab 3</vt:lpstr>
      <vt:lpstr>Lab 3 Tasks/Phases</vt:lpstr>
      <vt:lpstr>Phase 1</vt:lpstr>
      <vt:lpstr>Phase 2</vt:lpstr>
      <vt:lpstr>Phase 3</vt:lpstr>
      <vt:lpstr>Report</vt:lpstr>
      <vt:lpstr>Lab 3 Questions</vt:lpstr>
      <vt:lpstr>Office Hours</vt:lpstr>
      <vt:lpstr>Week 4 Survey</vt:lpstr>
      <vt:lpstr>Survey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MCX Simulations w/ Realistic Tissue Model</dc:title>
  <dc:creator>Randall L Fowler</dc:creator>
  <cp:lastModifiedBy>Randall L Fowler</cp:lastModifiedBy>
  <cp:revision>10</cp:revision>
  <dcterms:created xsi:type="dcterms:W3CDTF">2023-11-02T04:53:03Z</dcterms:created>
  <dcterms:modified xsi:type="dcterms:W3CDTF">2026-10-16T18:56:08Z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0x010100B82E785E0F85694F8C4810112C4BC8C7</vt:lpwstr>
  </property>
</Properties>
</file>